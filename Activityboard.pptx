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84" r:id="rId17"/>
    <p:sldId id="283" r:id="rId18"/>
    <p:sldId id="259" r:id="rId19"/>
    <p:sldId id="287" r:id="rId20"/>
    <p:sldId id="286" r:id="rId21"/>
    <p:sldId id="276" r:id="rId22"/>
    <p:sldId id="288" r:id="rId23"/>
    <p:sldId id="295" r:id="rId24"/>
    <p:sldId id="307" r:id="rId25"/>
    <p:sldId id="308" r:id="rId26"/>
    <p:sldId id="313" r:id="rId27"/>
    <p:sldId id="296" r:id="rId28"/>
    <p:sldId id="291" r:id="rId29"/>
    <p:sldId id="290" r:id="rId30"/>
    <p:sldId id="292" r:id="rId31"/>
    <p:sldId id="274" r:id="rId32"/>
    <p:sldId id="293" r:id="rId33"/>
    <p:sldId id="312" r:id="rId34"/>
    <p:sldId id="272" r:id="rId35"/>
    <p:sldId id="271" r:id="rId36"/>
    <p:sldId id="275" r:id="rId37"/>
    <p:sldId id="299" r:id="rId38"/>
    <p:sldId id="300" r:id="rId39"/>
    <p:sldId id="303" r:id="rId40"/>
    <p:sldId id="304" r:id="rId41"/>
    <p:sldId id="305" r:id="rId42"/>
    <p:sldId id="306" r:id="rId43"/>
    <p:sldId id="310" r:id="rId44"/>
    <p:sldId id="311" r:id="rId45"/>
    <p:sldId id="294" r:id="rId46"/>
    <p:sldId id="301" r:id="rId47"/>
    <p:sldId id="302" r:id="rId48"/>
    <p:sldId id="265" r:id="rId49"/>
    <p:sldId id="266" r:id="rId50"/>
    <p:sldId id="257" r:id="rId51"/>
    <p:sldId id="258" r:id="rId52"/>
    <p:sldId id="309" r:id="rId53"/>
    <p:sldId id="270" r:id="rId54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17.10.2026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50115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17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29185" y="338997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476234" y="3028938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486002" y="6297487"/>
            <a:ext cx="5347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4212867" y="579668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466474" y="5863148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763801" y="585609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554412" y="578895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4240770" y="6020488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2501000" y="6366518"/>
            <a:ext cx="1626978" cy="3545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96786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62641" y="5270237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1035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3868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376063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58201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4514099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29174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3551017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374705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09479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3923673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3A9ADD29-A5ED-4ED6-BAD1-F90A8E5B372A}"/>
              </a:ext>
            </a:extLst>
          </p:cNvPr>
          <p:cNvSpPr txBox="1"/>
          <p:nvPr/>
        </p:nvSpPr>
        <p:spPr>
          <a:xfrm>
            <a:off x="3729657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72815D9D-132B-4F80-BDF6-B3EFF5B9B916}"/>
              </a:ext>
            </a:extLst>
          </p:cNvPr>
          <p:cNvSpPr txBox="1"/>
          <p:nvPr/>
        </p:nvSpPr>
        <p:spPr>
          <a:xfrm>
            <a:off x="352413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758561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97944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933363B9-5FED-4F21-8CA0-896DBBDD8E36}"/>
              </a:ext>
            </a:extLst>
          </p:cNvPr>
          <p:cNvSpPr txBox="1"/>
          <p:nvPr/>
        </p:nvSpPr>
        <p:spPr>
          <a:xfrm>
            <a:off x="3302338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3139231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graphicFrame>
        <p:nvGraphicFramePr>
          <p:cNvPr id="177" name="Tabelle 5">
            <a:extLst>
              <a:ext uri="{FF2B5EF4-FFF2-40B4-BE49-F238E27FC236}">
                <a16:creationId xmlns:a16="http://schemas.microsoft.com/office/drawing/2014/main" id="{8C767214-18CB-48E8-AE7C-B829310B7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35786"/>
              </p:ext>
            </p:extLst>
          </p:nvPr>
        </p:nvGraphicFramePr>
        <p:xfrm>
          <a:off x="231323" y="123201"/>
          <a:ext cx="179795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SW_RIGHT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38430"/>
              </p:ext>
            </p:extLst>
          </p:nvPr>
        </p:nvGraphicFramePr>
        <p:xfrm>
          <a:off x="1" y="76200"/>
          <a:ext cx="1219199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693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23432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34963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1162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4802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68494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816847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4522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CLK-1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31445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468104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2848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9379477"/>
              </p:ext>
            </p:extLst>
          </p:nvPr>
        </p:nvGraphicFramePr>
        <p:xfrm>
          <a:off x="1558060" y="9525"/>
          <a:ext cx="5519015" cy="6848489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6015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136568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8294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703485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55564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 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Rotary Encoder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rght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092684"/>
              </p:ext>
            </p:extLst>
          </p:nvPr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9935441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LED-1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977906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3493</Words>
  <Application>Microsoft Office PowerPoint</Application>
  <PresentationFormat>Breitbild</PresentationFormat>
  <Paragraphs>1288</Paragraphs>
  <Slides>53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53</vt:i4>
      </vt:variant>
    </vt:vector>
  </HeadingPairs>
  <TitlesOfParts>
    <vt:vector size="62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498</cp:revision>
  <cp:lastPrinted>2026-10-18T07:02:09Z</cp:lastPrinted>
  <dcterms:created xsi:type="dcterms:W3CDTF">2026-09-05T16:43:31Z</dcterms:created>
  <dcterms:modified xsi:type="dcterms:W3CDTF">2026-10-18T15:52:13Z</dcterms:modified>
</cp:coreProperties>
</file>