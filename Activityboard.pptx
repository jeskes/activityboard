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9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314" r:id="rId9"/>
    <p:sldId id="315" r:id="rId10"/>
    <p:sldId id="316" r:id="rId11"/>
    <p:sldId id="282" r:id="rId12"/>
    <p:sldId id="263" r:id="rId13"/>
    <p:sldId id="267" r:id="rId14"/>
    <p:sldId id="268" r:id="rId15"/>
    <p:sldId id="269" r:id="rId16"/>
    <p:sldId id="276" r:id="rId17"/>
    <p:sldId id="288" r:id="rId18"/>
    <p:sldId id="295" r:id="rId19"/>
    <p:sldId id="307" r:id="rId20"/>
    <p:sldId id="308" r:id="rId21"/>
    <p:sldId id="313" r:id="rId22"/>
    <p:sldId id="318" r:id="rId23"/>
    <p:sldId id="319" r:id="rId24"/>
    <p:sldId id="296" r:id="rId25"/>
    <p:sldId id="320" r:id="rId26"/>
    <p:sldId id="317" r:id="rId27"/>
    <p:sldId id="291" r:id="rId28"/>
    <p:sldId id="290" r:id="rId29"/>
    <p:sldId id="292" r:id="rId30"/>
    <p:sldId id="287" r:id="rId31"/>
    <p:sldId id="286" r:id="rId32"/>
    <p:sldId id="274" r:id="rId33"/>
    <p:sldId id="293" r:id="rId34"/>
    <p:sldId id="312" r:id="rId35"/>
    <p:sldId id="272" r:id="rId36"/>
    <p:sldId id="271" r:id="rId37"/>
    <p:sldId id="275" r:id="rId38"/>
    <p:sldId id="299" r:id="rId39"/>
    <p:sldId id="300" r:id="rId40"/>
    <p:sldId id="303" r:id="rId41"/>
    <p:sldId id="304" r:id="rId42"/>
    <p:sldId id="305" r:id="rId43"/>
    <p:sldId id="306" r:id="rId44"/>
    <p:sldId id="310" r:id="rId45"/>
    <p:sldId id="311" r:id="rId46"/>
    <p:sldId id="294" r:id="rId47"/>
    <p:sldId id="301" r:id="rId48"/>
    <p:sldId id="302" r:id="rId49"/>
    <p:sldId id="265" r:id="rId50"/>
    <p:sldId id="266" r:id="rId51"/>
    <p:sldId id="257" r:id="rId52"/>
    <p:sldId id="258" r:id="rId53"/>
    <p:sldId id="309" r:id="rId54"/>
    <p:sldId id="270" r:id="rId55"/>
    <p:sldId id="284" r:id="rId56"/>
    <p:sldId id="283" r:id="rId57"/>
    <p:sldId id="259" r:id="rId58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30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56044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7537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emf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jpe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4736858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Select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792489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695138" y="3114675"/>
            <a:ext cx="0" cy="46987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Data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9868723" y="1619246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9281141" y="1978149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Volume 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>
            <a:off x="9063568" y="1757746"/>
            <a:ext cx="8051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9063567" y="2099355"/>
            <a:ext cx="21757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992404" y="1421564"/>
            <a:ext cx="0" cy="1325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2F1E715-41B1-48A7-BC8C-13997D95F3BC}"/>
              </a:ext>
            </a:extLst>
          </p:cNvPr>
          <p:cNvSpPr/>
          <p:nvPr/>
        </p:nvSpPr>
        <p:spPr>
          <a:xfrm>
            <a:off x="691125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Display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A22DA3A-D23B-4718-BA86-219358165549}"/>
              </a:ext>
            </a:extLst>
          </p:cNvPr>
          <p:cNvSpPr txBox="1"/>
          <p:nvPr/>
        </p:nvSpPr>
        <p:spPr>
          <a:xfrm>
            <a:off x="9663090" y="2337052"/>
            <a:ext cx="8871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TFT Display</a:t>
            </a:r>
          </a:p>
        </p:txBody>
      </p: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196C0611-0F44-462A-A4FA-9D22CA24F112}"/>
              </a:ext>
            </a:extLst>
          </p:cNvPr>
          <p:cNvCxnSpPr>
            <a:stCxn id="50" idx="1"/>
          </p:cNvCxnSpPr>
          <p:nvPr/>
        </p:nvCxnSpPr>
        <p:spPr>
          <a:xfrm flipH="1">
            <a:off x="9063576" y="2475552"/>
            <a:ext cx="5995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01F8A486-7160-4626-B2FF-5F81AB12686E}"/>
              </a:ext>
            </a:extLst>
          </p:cNvPr>
          <p:cNvSpPr txBox="1"/>
          <p:nvPr/>
        </p:nvSpPr>
        <p:spPr>
          <a:xfrm>
            <a:off x="9281141" y="2695954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Rotary Encoders</a:t>
            </a: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636546F3-6BBE-49F1-BA1E-B79FEF818563}"/>
              </a:ext>
            </a:extLst>
          </p:cNvPr>
          <p:cNvCxnSpPr>
            <a:cxnSpLocks/>
            <a:stCxn id="52" idx="1"/>
          </p:cNvCxnSpPr>
          <p:nvPr/>
        </p:nvCxnSpPr>
        <p:spPr>
          <a:xfrm flipH="1" flipV="1">
            <a:off x="9063567" y="2830957"/>
            <a:ext cx="217574" cy="34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6" y="1076069"/>
            <a:ext cx="6658971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7A3F774B-0742-4F28-A8AB-46B1C7858749}"/>
              </a:ext>
            </a:extLst>
          </p:cNvPr>
          <p:cNvSpPr/>
          <p:nvPr/>
        </p:nvSpPr>
        <p:spPr>
          <a:xfrm>
            <a:off x="6345381" y="2302060"/>
            <a:ext cx="2473173" cy="18863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65262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44233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2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30" idx="1"/>
          </p:cNvCxnSpPr>
          <p:nvPr/>
        </p:nvCxnSpPr>
        <p:spPr>
          <a:xfrm flipV="1">
            <a:off x="2457596" y="1865626"/>
            <a:ext cx="4470256" cy="7192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9498315" y="140372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050"/>
              <a:t>2P4T</a:t>
            </a:r>
            <a:br>
              <a:rPr lang="de-DE" sz="1050"/>
            </a:br>
            <a:r>
              <a:rPr lang="de-DE" sz="1050"/>
              <a:t>Drehregler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7010674" y="2877872"/>
            <a:ext cx="0" cy="479019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89645" y="285958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0"/>
          </p:cNvCxnSpPr>
          <p:nvPr/>
        </p:nvCxnSpPr>
        <p:spPr>
          <a:xfrm rot="16200000" flipH="1" flipV="1">
            <a:off x="8892046" y="664746"/>
            <a:ext cx="324494" cy="1802444"/>
          </a:xfrm>
          <a:prstGeom prst="bentConnector4">
            <a:avLst>
              <a:gd name="adj1" fmla="val -70448"/>
              <a:gd name="adj2" fmla="val 3478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2"/>
            <a:endCxn id="30" idx="3"/>
          </p:cNvCxnSpPr>
          <p:nvPr/>
        </p:nvCxnSpPr>
        <p:spPr>
          <a:xfrm flipH="1">
            <a:off x="8251699" y="1860921"/>
            <a:ext cx="1246616" cy="47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 rot="5400000" flipH="1">
            <a:off x="8915283" y="1277889"/>
            <a:ext cx="278020" cy="1802444"/>
          </a:xfrm>
          <a:prstGeom prst="bentConnector4">
            <a:avLst>
              <a:gd name="adj1" fmla="val -82224"/>
              <a:gd name="adj2" fmla="val 363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566193" y="4197578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5FDCD461-720C-47F5-9210-2FC3E7AA49A2}"/>
              </a:ext>
            </a:extLst>
          </p:cNvPr>
          <p:cNvSpPr/>
          <p:nvPr/>
        </p:nvSpPr>
        <p:spPr>
          <a:xfrm>
            <a:off x="6949031" y="2480292"/>
            <a:ext cx="128614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CD4066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Multiplexer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5EEA479-874D-45D0-A4E5-7001D43B7B78}"/>
              </a:ext>
            </a:extLst>
          </p:cNvPr>
          <p:cNvSpPr txBox="1"/>
          <p:nvPr/>
        </p:nvSpPr>
        <p:spPr>
          <a:xfrm>
            <a:off x="5914795" y="4705409"/>
            <a:ext cx="564366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Masterselect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wird gesteuert von einem  2P4T Drehregler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Drehregler versorgt die Gadgets mit VCC/GND : immer nur einen zu einer Zeit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Masterselect öffnet und schließt die Kanäle am Multiplexer, wenn gedreht wird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7BB9418-D1F0-4997-A1E4-2C7A44275D72}"/>
              </a:ext>
            </a:extLst>
          </p:cNvPr>
          <p:cNvSpPr/>
          <p:nvPr/>
        </p:nvSpPr>
        <p:spPr>
          <a:xfrm>
            <a:off x="6927852" y="1561897"/>
            <a:ext cx="13238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rgbClr val="0F1111"/>
                </a:solidFill>
                <a:latin typeface="Amazon Ember"/>
              </a:rPr>
              <a:t>«Arduino»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Masterselect</a:t>
            </a:r>
          </a:p>
        </p:txBody>
      </p: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1D33C8BF-7F91-4329-989B-8D9ADBD0C13C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7589776" y="2169354"/>
            <a:ext cx="2325" cy="310938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FD370A-9417-4AD3-B480-F79F6A327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Specification</a:t>
            </a:r>
          </a:p>
        </p:txBody>
      </p:sp>
      <p:pic>
        <p:nvPicPr>
          <p:cNvPr id="1026" name="Picture 2" descr="The CD4066 is a classic CMOS integrated circuit that contains four  independent bilateral electronic switches. Each switch has a simple control  input that allows it to connect and disconnect analog s">
            <a:extLst>
              <a:ext uri="{FF2B5EF4-FFF2-40B4-BE49-F238E27FC236}">
                <a16:creationId xmlns:a16="http://schemas.microsoft.com/office/drawing/2014/main" id="{78EF064F-E039-40F0-9EF1-63C9074C3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71" y="1046607"/>
            <a:ext cx="5276850" cy="527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19C079E-A984-4BE0-93E1-1475F2F64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117" y="3320195"/>
            <a:ext cx="5934903" cy="314368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65D9ECE-51A7-4674-807E-579EDB151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724" y="1046607"/>
            <a:ext cx="2419688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288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866DE5E4-E223-4F22-BAE4-36B2B784F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4724825"/>
              </p:ext>
            </p:extLst>
          </p:nvPr>
        </p:nvGraphicFramePr>
        <p:xfrm>
          <a:off x="0" y="960120"/>
          <a:ext cx="12191999" cy="49377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862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30840198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1173159219"/>
                    </a:ext>
                  </a:extLst>
                </a:gridCol>
                <a:gridCol w="3990975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1051127">
                  <a:extLst>
                    <a:ext uri="{9D8B030D-6E8A-4147-A177-3AD203B41FA5}">
                      <a16:colId xmlns:a16="http://schemas.microsoft.com/office/drawing/2014/main" val="82373693"/>
                    </a:ext>
                  </a:extLst>
                </a:gridCol>
                <a:gridCol w="637743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425679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663507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1086533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B82FD69D-264C-4866-9F81-CC0AC428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Gadget Dispatch Block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7DC3569-41A1-43B4-A338-2222C409E30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1109940"/>
            <a:ext cx="2751411" cy="2242292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5C5D1A2D-B6C1-4C82-AF26-F636DC4B7E4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3825371"/>
            <a:ext cx="2726916" cy="2222329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95A7596-233A-4CCA-8493-355669BF7177}"/>
              </a:ext>
            </a:extLst>
          </p:cNvPr>
          <p:cNvSpPr txBox="1"/>
          <p:nvPr/>
        </p:nvSpPr>
        <p:spPr>
          <a:xfrm>
            <a:off x="5179820" y="424616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38522A32-E11F-4C85-AA58-961AE275A272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6962167" y="609282"/>
            <a:ext cx="496780" cy="733743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winkelt 9">
            <a:extLst>
              <a:ext uri="{FF2B5EF4-FFF2-40B4-BE49-F238E27FC236}">
                <a16:creationId xmlns:a16="http://schemas.microsoft.com/office/drawing/2014/main" id="{D8338398-40A1-470F-98D7-62826F1D2D15}"/>
              </a:ext>
            </a:extLst>
          </p:cNvPr>
          <p:cNvCxnSpPr>
            <a:cxnSpLocks/>
            <a:stCxn id="6" idx="1"/>
          </p:cNvCxnSpPr>
          <p:nvPr/>
        </p:nvCxnSpPr>
        <p:spPr>
          <a:xfrm rot="10800000" flipV="1">
            <a:off x="4572000" y="609281"/>
            <a:ext cx="607820" cy="2423347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42C3224-D60B-4EE6-9703-FC6D4F64B6E9}"/>
              </a:ext>
            </a:extLst>
          </p:cNvPr>
          <p:cNvSpPr txBox="1"/>
          <p:nvPr/>
        </p:nvSpPr>
        <p:spPr>
          <a:xfrm>
            <a:off x="5193557" y="3447245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4DD63284-49D5-4CB1-8CB7-B452D87F24A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6975904" y="3631911"/>
            <a:ext cx="483043" cy="517010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0371CF51-9DC6-4A38-9F2D-B65F1EB23AD7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 flipV="1">
            <a:off x="4572001" y="3631910"/>
            <a:ext cx="621557" cy="211614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3716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hteck 89">
            <a:extLst>
              <a:ext uri="{FF2B5EF4-FFF2-40B4-BE49-F238E27FC236}">
                <a16:creationId xmlns:a16="http://schemas.microsoft.com/office/drawing/2014/main" id="{17005C9F-C5D5-4192-9393-0EFB28EC81CE}"/>
              </a:ext>
            </a:extLst>
          </p:cNvPr>
          <p:cNvSpPr/>
          <p:nvPr/>
        </p:nvSpPr>
        <p:spPr>
          <a:xfrm>
            <a:off x="6643424" y="210018"/>
            <a:ext cx="470657" cy="43182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5V</a:t>
            </a:r>
          </a:p>
        </p:txBody>
      </p: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53FACA46-9CAE-4248-B5B4-B29E796097EA}"/>
              </a:ext>
            </a:extLst>
          </p:cNvPr>
          <p:cNvCxnSpPr>
            <a:cxnSpLocks/>
            <a:stCxn id="90" idx="3"/>
            <a:endCxn id="112" idx="3"/>
          </p:cNvCxnSpPr>
          <p:nvPr/>
        </p:nvCxnSpPr>
        <p:spPr>
          <a:xfrm>
            <a:off x="7114081" y="425933"/>
            <a:ext cx="1177228" cy="774434"/>
          </a:xfrm>
          <a:prstGeom prst="bentConnector3">
            <a:avLst>
              <a:gd name="adj1" fmla="val 226608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Verbinder: gewinkelt 95">
            <a:extLst>
              <a:ext uri="{FF2B5EF4-FFF2-40B4-BE49-F238E27FC236}">
                <a16:creationId xmlns:a16="http://schemas.microsoft.com/office/drawing/2014/main" id="{CF028F66-4F8D-4DDA-B0FC-9CD3C1E0D293}"/>
              </a:ext>
            </a:extLst>
          </p:cNvPr>
          <p:cNvCxnSpPr>
            <a:cxnSpLocks/>
            <a:stCxn id="90" idx="3"/>
            <a:endCxn id="116" idx="3"/>
          </p:cNvCxnSpPr>
          <p:nvPr/>
        </p:nvCxnSpPr>
        <p:spPr>
          <a:xfrm>
            <a:off x="7114081" y="425933"/>
            <a:ext cx="1180976" cy="4069759"/>
          </a:xfrm>
          <a:prstGeom prst="bentConnector3">
            <a:avLst>
              <a:gd name="adj1" fmla="val 225433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C105B860-66FC-408B-8AD5-B56A440BA8BE}"/>
              </a:ext>
            </a:extLst>
          </p:cNvPr>
          <p:cNvSpPr/>
          <p:nvPr/>
        </p:nvSpPr>
        <p:spPr>
          <a:xfrm>
            <a:off x="6078973" y="221357"/>
            <a:ext cx="470657" cy="43182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GND</a:t>
            </a:r>
          </a:p>
        </p:txBody>
      </p:sp>
      <p:cxnSp>
        <p:nvCxnSpPr>
          <p:cNvPr id="102" name="Verbinder: gewinkelt 101">
            <a:extLst>
              <a:ext uri="{FF2B5EF4-FFF2-40B4-BE49-F238E27FC236}">
                <a16:creationId xmlns:a16="http://schemas.microsoft.com/office/drawing/2014/main" id="{005866DF-4EF2-4357-A503-16697BA63ED3}"/>
              </a:ext>
            </a:extLst>
          </p:cNvPr>
          <p:cNvCxnSpPr>
            <a:cxnSpLocks/>
            <a:stCxn id="99" idx="1"/>
            <a:endCxn id="115" idx="1"/>
          </p:cNvCxnSpPr>
          <p:nvPr/>
        </p:nvCxnSpPr>
        <p:spPr>
          <a:xfrm rot="10800000" flipV="1">
            <a:off x="4877387" y="437271"/>
            <a:ext cx="1201586" cy="2450329"/>
          </a:xfrm>
          <a:prstGeom prst="bentConnector3">
            <a:avLst>
              <a:gd name="adj1" fmla="val 18599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89B087D7-67A9-4FC2-AD52-D4499435C07F}"/>
              </a:ext>
            </a:extLst>
          </p:cNvPr>
          <p:cNvCxnSpPr>
            <a:cxnSpLocks/>
            <a:stCxn id="99" idx="1"/>
            <a:endCxn id="117" idx="1"/>
          </p:cNvCxnSpPr>
          <p:nvPr/>
        </p:nvCxnSpPr>
        <p:spPr>
          <a:xfrm rot="10800000" flipV="1">
            <a:off x="4764095" y="437272"/>
            <a:ext cx="1314878" cy="5910874"/>
          </a:xfrm>
          <a:prstGeom prst="bentConnector3">
            <a:avLst>
              <a:gd name="adj1" fmla="val 21057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D3AFF913-D249-4AC7-884F-C849851BDD86}"/>
              </a:ext>
            </a:extLst>
          </p:cNvPr>
          <p:cNvGrpSpPr/>
          <p:nvPr/>
        </p:nvGrpSpPr>
        <p:grpSpPr>
          <a:xfrm>
            <a:off x="4003097" y="914458"/>
            <a:ext cx="5468689" cy="2242292"/>
            <a:chOff x="3957448" y="721848"/>
            <a:chExt cx="5468689" cy="2242292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58C686AA-FD19-446A-8E68-D130E1E51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222070" y="721848"/>
              <a:ext cx="2751411" cy="2242292"/>
            </a:xfrm>
            <a:prstGeom prst="rect">
              <a:avLst/>
            </a:prstGeom>
          </p:spPr>
        </p:pic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3ADCFD48-F391-44DC-B936-28BF67473739}"/>
                </a:ext>
              </a:extLst>
            </p:cNvPr>
            <p:cNvSpPr txBox="1"/>
            <p:nvPr/>
          </p:nvSpPr>
          <p:spPr>
            <a:xfrm rot="16200000">
              <a:off x="3626556" y="1279579"/>
              <a:ext cx="10311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/>
                <a:t>Gadget 1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6B5C2D5-E9B8-4004-ADB3-5A9C2F92AAA3}"/>
                </a:ext>
              </a:extLst>
            </p:cNvPr>
            <p:cNvSpPr txBox="1"/>
            <p:nvPr/>
          </p:nvSpPr>
          <p:spPr>
            <a:xfrm rot="16200000">
              <a:off x="8725913" y="2062618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2</a:t>
              </a: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86E1680E-3607-482E-88DB-1F06D667F118}"/>
                </a:ext>
              </a:extLst>
            </p:cNvPr>
            <p:cNvGrpSpPr/>
            <p:nvPr/>
          </p:nvGrpSpPr>
          <p:grpSpPr>
            <a:xfrm rot="5400000">
              <a:off x="4120929" y="1268993"/>
              <a:ext cx="914400" cy="507219"/>
              <a:chOff x="7636933" y="864440"/>
              <a:chExt cx="914400" cy="507219"/>
            </a:xfrm>
          </p:grpSpPr>
          <p:sp>
            <p:nvSpPr>
              <p:cNvPr id="24" name="Rechteck 23">
                <a:extLst>
                  <a:ext uri="{FF2B5EF4-FFF2-40B4-BE49-F238E27FC236}">
                    <a16:creationId xmlns:a16="http://schemas.microsoft.com/office/drawing/2014/main" id="{DF33EF77-8921-4E47-ACE8-8EEACF1C1F50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3C235E4-3B93-46E4-B5FD-CBA01F2DF6C3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7E6A6BC6-53CB-404F-B1ED-B1781BDC7121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B604C8E7-4D58-43A1-BDC8-05184E89EEF4}"/>
                </a:ext>
              </a:extLst>
            </p:cNvPr>
            <p:cNvGrpSpPr/>
            <p:nvPr/>
          </p:nvGrpSpPr>
          <p:grpSpPr>
            <a:xfrm rot="16200000">
              <a:off x="8320206" y="1967493"/>
              <a:ext cx="914400" cy="507219"/>
              <a:chOff x="7636933" y="864440"/>
              <a:chExt cx="914400" cy="507219"/>
            </a:xfrm>
          </p:grpSpPr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DDA199B0-A1DB-4A4C-89F0-008993D2FF0A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018D633-8033-4DB4-B42C-C29108952FD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5A2FD91D-18A0-4BDD-BCAB-0A5739826912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4C62078-62B4-464C-93CF-D1320C9AF662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16200000">
              <a:off x="5057810" y="1068741"/>
              <a:ext cx="0" cy="5013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2F293072-74F3-45C6-890E-DF520FD9A30F}"/>
                </a:ext>
              </a:extLst>
            </p:cNvPr>
            <p:cNvCxnSpPr>
              <a:cxnSpLocks/>
              <a:stCxn id="26" idx="0"/>
            </p:cNvCxnSpPr>
            <p:nvPr/>
          </p:nvCxnSpPr>
          <p:spPr>
            <a:xfrm flipV="1">
              <a:off x="4831739" y="1544064"/>
              <a:ext cx="476735" cy="14363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8341253-E5E8-4A68-B3E1-BAC9EBBD642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>
              <a:off x="7973481" y="2407086"/>
              <a:ext cx="574906" cy="1721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470C717B-E0D3-4A40-8E9A-3C0FC580CD2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 flipV="1">
              <a:off x="7980140" y="2056003"/>
              <a:ext cx="543657" cy="2768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5A070B89-BA83-468D-831E-286A365BE341}"/>
                </a:ext>
              </a:extLst>
            </p:cNvPr>
            <p:cNvSpPr/>
            <p:nvPr/>
          </p:nvSpPr>
          <p:spPr>
            <a:xfrm rot="16200000">
              <a:off x="4281501" y="2092380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CDC66396-024D-46DA-ABFD-ECB31032E93A}"/>
                </a:ext>
              </a:extLst>
            </p:cNvPr>
            <p:cNvSpPr/>
            <p:nvPr/>
          </p:nvSpPr>
          <p:spPr>
            <a:xfrm rot="16200000">
              <a:off x="8548034" y="1228807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GC2</a:t>
              </a:r>
            </a:p>
          </p:txBody>
        </p:sp>
        <p:cxnSp>
          <p:nvCxnSpPr>
            <p:cNvPr id="74" name="Gerader Verbinder 73">
              <a:extLst>
                <a:ext uri="{FF2B5EF4-FFF2-40B4-BE49-F238E27FC236}">
                  <a16:creationId xmlns:a16="http://schemas.microsoft.com/office/drawing/2014/main" id="{2F0D3116-C299-4E3C-B212-93CDE888190B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flipV="1">
              <a:off x="4753101" y="2141619"/>
              <a:ext cx="531007" cy="166676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F8584E75-86A3-4331-B2F5-58602E014849}"/>
                </a:ext>
              </a:extLst>
            </p:cNvPr>
            <p:cNvCxnSpPr>
              <a:cxnSpLocks/>
              <a:stCxn id="71" idx="0"/>
            </p:cNvCxnSpPr>
            <p:nvPr/>
          </p:nvCxnSpPr>
          <p:spPr>
            <a:xfrm flipH="1">
              <a:off x="7967208" y="1444722"/>
              <a:ext cx="620596" cy="10818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Textfeld 111">
              <a:extLst>
                <a:ext uri="{FF2B5EF4-FFF2-40B4-BE49-F238E27FC236}">
                  <a16:creationId xmlns:a16="http://schemas.microsoft.com/office/drawing/2014/main" id="{D13D9F6D-AECF-4DD4-A5AD-D07472883712}"/>
                </a:ext>
              </a:extLst>
            </p:cNvPr>
            <p:cNvSpPr txBox="1"/>
            <p:nvPr/>
          </p:nvSpPr>
          <p:spPr>
            <a:xfrm>
              <a:off x="7908708" y="876952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56761C5C-107D-4BEE-8373-BF5DB1190C19}"/>
                </a:ext>
              </a:extLst>
            </p:cNvPr>
            <p:cNvSpPr txBox="1"/>
            <p:nvPr/>
          </p:nvSpPr>
          <p:spPr>
            <a:xfrm>
              <a:off x="4831738" y="2564186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4" name="Verbinder: gewinkelt 133">
              <a:extLst>
                <a:ext uri="{FF2B5EF4-FFF2-40B4-BE49-F238E27FC236}">
                  <a16:creationId xmlns:a16="http://schemas.microsoft.com/office/drawing/2014/main" id="{B390C781-24A8-4512-AE95-B6AD9A6D858E}"/>
                </a:ext>
              </a:extLst>
            </p:cNvPr>
            <p:cNvCxnSpPr/>
            <p:nvPr/>
          </p:nvCxnSpPr>
          <p:spPr>
            <a:xfrm flipV="1">
              <a:off x="5861304" y="1319402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Verbinder: gewinkelt 134">
              <a:extLst>
                <a:ext uri="{FF2B5EF4-FFF2-40B4-BE49-F238E27FC236}">
                  <a16:creationId xmlns:a16="http://schemas.microsoft.com/office/drawing/2014/main" id="{6F31DFA0-B270-466E-92B0-C5439D9E55BF}"/>
                </a:ext>
              </a:extLst>
            </p:cNvPr>
            <p:cNvCxnSpPr/>
            <p:nvPr/>
          </p:nvCxnSpPr>
          <p:spPr>
            <a:xfrm flipV="1">
              <a:off x="5867963" y="1586257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3" name="Gruppieren 152">
            <a:extLst>
              <a:ext uri="{FF2B5EF4-FFF2-40B4-BE49-F238E27FC236}">
                <a16:creationId xmlns:a16="http://schemas.microsoft.com/office/drawing/2014/main" id="{35A6FD23-0CC6-4A7A-87C1-C4E4BD6A7A98}"/>
              </a:ext>
            </a:extLst>
          </p:cNvPr>
          <p:cNvGrpSpPr/>
          <p:nvPr/>
        </p:nvGrpSpPr>
        <p:grpSpPr>
          <a:xfrm>
            <a:off x="3936151" y="4263189"/>
            <a:ext cx="5628611" cy="2242292"/>
            <a:chOff x="3908719" y="3224585"/>
            <a:chExt cx="5628611" cy="2242292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926AD343-EA45-44F6-92DB-73296FD7E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183215" y="3224585"/>
              <a:ext cx="2751411" cy="2242292"/>
            </a:xfrm>
            <a:prstGeom prst="rect">
              <a:avLst/>
            </a:prstGeom>
          </p:spPr>
        </p:pic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FB0BE2D-9BDD-4707-BB3D-E1DA4F04E13F}"/>
                </a:ext>
              </a:extLst>
            </p:cNvPr>
            <p:cNvSpPr txBox="1"/>
            <p:nvPr/>
          </p:nvSpPr>
          <p:spPr>
            <a:xfrm rot="5400000">
              <a:off x="8837106" y="4602700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4</a:t>
              </a: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B48C2221-4B43-4B58-A8ED-2F2A09FB2E8B}"/>
                </a:ext>
              </a:extLst>
            </p:cNvPr>
            <p:cNvSpPr txBox="1"/>
            <p:nvPr/>
          </p:nvSpPr>
          <p:spPr>
            <a:xfrm rot="5400000">
              <a:off x="3577827" y="3873806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3</a:t>
              </a:r>
            </a:p>
          </p:txBody>
        </p: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6A88EBCF-9D67-4443-BEBF-89579CAA7865}"/>
                </a:ext>
              </a:extLst>
            </p:cNvPr>
            <p:cNvGrpSpPr/>
            <p:nvPr/>
          </p:nvGrpSpPr>
          <p:grpSpPr>
            <a:xfrm rot="16200000">
              <a:off x="8438284" y="4486936"/>
              <a:ext cx="914400" cy="507219"/>
              <a:chOff x="7636933" y="864440"/>
              <a:chExt cx="914400" cy="507219"/>
            </a:xfrm>
          </p:grpSpPr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158529BD-E114-4C18-AA80-10DDFEEEFDE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6" name="Rechteck 5">
                <a:extLst>
                  <a:ext uri="{FF2B5EF4-FFF2-40B4-BE49-F238E27FC236}">
                    <a16:creationId xmlns:a16="http://schemas.microsoft.com/office/drawing/2014/main" id="{CC9F12CC-0A1A-4B97-97E6-0B105757A6BD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67655B8B-29FD-4276-B4CA-DF136E0D8754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EE9EF5C-4FD4-434F-A97E-13837F29F1A7}"/>
                </a:ext>
              </a:extLst>
            </p:cNvPr>
            <p:cNvGrpSpPr/>
            <p:nvPr/>
          </p:nvGrpSpPr>
          <p:grpSpPr>
            <a:xfrm rot="5400000">
              <a:off x="4099860" y="3788436"/>
              <a:ext cx="914400" cy="507219"/>
              <a:chOff x="7636933" y="864440"/>
              <a:chExt cx="914400" cy="507219"/>
            </a:xfrm>
          </p:grpSpPr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EED6E23F-89D4-4B12-85C9-91854EC5387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7CEB4C06-F63D-491E-A923-FD1D64F72FE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Rechteck 33">
                <a:extLst>
                  <a:ext uri="{FF2B5EF4-FFF2-40B4-BE49-F238E27FC236}">
                    <a16:creationId xmlns:a16="http://schemas.microsoft.com/office/drawing/2014/main" id="{6B71F117-47C7-48F3-AA5D-94FB96FAD9F8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2A50D88-AB6B-4389-BB93-DE03E755FE7E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 rot="5400000">
              <a:off x="4994405" y="3630521"/>
              <a:ext cx="0" cy="41665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621F6F4F-B2EA-4749-B8EA-8C469F8FF438}"/>
                </a:ext>
              </a:extLst>
            </p:cNvPr>
            <p:cNvCxnSpPr>
              <a:cxnSpLocks/>
              <a:endCxn id="34" idx="0"/>
            </p:cNvCxnSpPr>
            <p:nvPr/>
          </p:nvCxnSpPr>
          <p:spPr>
            <a:xfrm flipH="1">
              <a:off x="4810670" y="4058472"/>
              <a:ext cx="429617" cy="14867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E8CAD06-B68E-4E93-9CEE-C6066C00A2D1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 flipH="1">
              <a:off x="7985425" y="4943746"/>
              <a:ext cx="85881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74FCDEF4-EDB1-495E-8083-69490BA18694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flipH="1">
              <a:off x="7985425" y="4575446"/>
              <a:ext cx="834220" cy="2925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C6F611A1-662E-4F7A-A632-43D5F5D57836}"/>
                </a:ext>
              </a:extLst>
            </p:cNvPr>
            <p:cNvSpPr/>
            <p:nvPr/>
          </p:nvSpPr>
          <p:spPr>
            <a:xfrm rot="5400000">
              <a:off x="4263680" y="4741552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GC3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31CCB4DB-011B-4D33-B55A-65EA10628B56}"/>
                </a:ext>
              </a:extLst>
            </p:cNvPr>
            <p:cNvSpPr/>
            <p:nvPr/>
          </p:nvSpPr>
          <p:spPr>
            <a:xfrm rot="5400000">
              <a:off x="8602104" y="3668071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GC4</a:t>
              </a:r>
            </a:p>
          </p:txBody>
        </p: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1534CD69-ACEC-4FDD-83E6-953D405447EF}"/>
                </a:ext>
              </a:extLst>
            </p:cNvPr>
            <p:cNvCxnSpPr>
              <a:cxnSpLocks/>
              <a:stCxn id="68" idx="0"/>
            </p:cNvCxnSpPr>
            <p:nvPr/>
          </p:nvCxnSpPr>
          <p:spPr>
            <a:xfrm rot="5400000" flipH="1" flipV="1">
              <a:off x="4793964" y="4568217"/>
              <a:ext cx="330567" cy="447935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6DA59D47-B693-4E9E-8F16-AD5D50EBE073}"/>
                </a:ext>
              </a:extLst>
            </p:cNvPr>
            <p:cNvCxnSpPr>
              <a:cxnSpLocks/>
              <a:stCxn id="69" idx="2"/>
            </p:cNvCxnSpPr>
            <p:nvPr/>
          </p:nvCxnSpPr>
          <p:spPr>
            <a:xfrm rot="5400000">
              <a:off x="8191250" y="3607848"/>
              <a:ext cx="174485" cy="72676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feld 115">
              <a:extLst>
                <a:ext uri="{FF2B5EF4-FFF2-40B4-BE49-F238E27FC236}">
                  <a16:creationId xmlns:a16="http://schemas.microsoft.com/office/drawing/2014/main" id="{B1768836-F259-496C-A8F2-603148C6D681}"/>
                </a:ext>
              </a:extLst>
            </p:cNvPr>
            <p:cNvSpPr txBox="1"/>
            <p:nvPr/>
          </p:nvSpPr>
          <p:spPr>
            <a:xfrm>
              <a:off x="7930673" y="3326283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E174B067-A683-4521-818E-738A903D3DE1}"/>
                </a:ext>
              </a:extLst>
            </p:cNvPr>
            <p:cNvSpPr txBox="1"/>
            <p:nvPr/>
          </p:nvSpPr>
          <p:spPr>
            <a:xfrm>
              <a:off x="4736663" y="5178737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7" name="Verbinder: gewinkelt 136">
              <a:extLst>
                <a:ext uri="{FF2B5EF4-FFF2-40B4-BE49-F238E27FC236}">
                  <a16:creationId xmlns:a16="http://schemas.microsoft.com/office/drawing/2014/main" id="{116A1C37-62D7-4689-BE62-BB240F12E28E}"/>
                </a:ext>
              </a:extLst>
            </p:cNvPr>
            <p:cNvCxnSpPr/>
            <p:nvPr/>
          </p:nvCxnSpPr>
          <p:spPr>
            <a:xfrm flipV="1">
              <a:off x="5848216" y="3809141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Verbinder: gewinkelt 137">
              <a:extLst>
                <a:ext uri="{FF2B5EF4-FFF2-40B4-BE49-F238E27FC236}">
                  <a16:creationId xmlns:a16="http://schemas.microsoft.com/office/drawing/2014/main" id="{FCB642C4-6E02-4823-B3BF-480A42ED61A6}"/>
                </a:ext>
              </a:extLst>
            </p:cNvPr>
            <p:cNvCxnSpPr/>
            <p:nvPr/>
          </p:nvCxnSpPr>
          <p:spPr>
            <a:xfrm flipV="1">
              <a:off x="5854875" y="4075996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9" name="Rechteck 138">
            <a:extLst>
              <a:ext uri="{FF2B5EF4-FFF2-40B4-BE49-F238E27FC236}">
                <a16:creationId xmlns:a16="http://schemas.microsoft.com/office/drawing/2014/main" id="{66447F2D-6B7C-4A52-B9E3-FA73C6403CFA}"/>
              </a:ext>
            </a:extLst>
          </p:cNvPr>
          <p:cNvSpPr/>
          <p:nvPr/>
        </p:nvSpPr>
        <p:spPr>
          <a:xfrm>
            <a:off x="6105144" y="3383910"/>
            <a:ext cx="470657" cy="4318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SDA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CEC28764-448E-48BC-AF4D-AD187EEAEE48}"/>
              </a:ext>
            </a:extLst>
          </p:cNvPr>
          <p:cNvSpPr/>
          <p:nvPr/>
        </p:nvSpPr>
        <p:spPr>
          <a:xfrm>
            <a:off x="6717663" y="3389142"/>
            <a:ext cx="470657" cy="43182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SCL</a:t>
            </a:r>
          </a:p>
        </p:txBody>
      </p:sp>
      <p:cxnSp>
        <p:nvCxnSpPr>
          <p:cNvPr id="173" name="Verbinder: gewinkelt 172">
            <a:extLst>
              <a:ext uri="{FF2B5EF4-FFF2-40B4-BE49-F238E27FC236}">
                <a16:creationId xmlns:a16="http://schemas.microsoft.com/office/drawing/2014/main" id="{D5EA58DB-6F61-4E23-B3FC-9A62E2E71DA2}"/>
              </a:ext>
            </a:extLst>
          </p:cNvPr>
          <p:cNvCxnSpPr>
            <a:cxnSpLocks/>
          </p:cNvCxnSpPr>
          <p:nvPr/>
        </p:nvCxnSpPr>
        <p:spPr>
          <a:xfrm>
            <a:off x="5906953" y="1200367"/>
            <a:ext cx="1728287" cy="1687235"/>
          </a:xfrm>
          <a:prstGeom prst="bentConnector3">
            <a:avLst>
              <a:gd name="adj1" fmla="val 25133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Verbinder: gewinkelt 177">
            <a:extLst>
              <a:ext uri="{FF2B5EF4-FFF2-40B4-BE49-F238E27FC236}">
                <a16:creationId xmlns:a16="http://schemas.microsoft.com/office/drawing/2014/main" id="{EA0E071B-3B8A-4EEE-83C6-424FE0E3B26D}"/>
              </a:ext>
            </a:extLst>
          </p:cNvPr>
          <p:cNvCxnSpPr>
            <a:cxnSpLocks/>
          </p:cNvCxnSpPr>
          <p:nvPr/>
        </p:nvCxnSpPr>
        <p:spPr>
          <a:xfrm>
            <a:off x="5882307" y="2048256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AD802A0B-4AF5-4247-8A3B-EA7E0C2851CF}"/>
              </a:ext>
            </a:extLst>
          </p:cNvPr>
          <p:cNvCxnSpPr>
            <a:cxnSpLocks/>
          </p:cNvCxnSpPr>
          <p:nvPr/>
        </p:nvCxnSpPr>
        <p:spPr>
          <a:xfrm>
            <a:off x="5885006" y="4532339"/>
            <a:ext cx="1728287" cy="1687235"/>
          </a:xfrm>
          <a:prstGeom prst="bentConnector3">
            <a:avLst>
              <a:gd name="adj1" fmla="val 25662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Verbinder: gewinkelt 177">
            <a:extLst>
              <a:ext uri="{FF2B5EF4-FFF2-40B4-BE49-F238E27FC236}">
                <a16:creationId xmlns:a16="http://schemas.microsoft.com/office/drawing/2014/main" id="{2D10912E-C53F-42C5-B73F-7AB3A93E5FD4}"/>
              </a:ext>
            </a:extLst>
          </p:cNvPr>
          <p:cNvCxnSpPr>
            <a:cxnSpLocks/>
          </p:cNvCxnSpPr>
          <p:nvPr/>
        </p:nvCxnSpPr>
        <p:spPr>
          <a:xfrm>
            <a:off x="5860360" y="5380228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Verbinder: gewinkelt 192">
            <a:extLst>
              <a:ext uri="{FF2B5EF4-FFF2-40B4-BE49-F238E27FC236}">
                <a16:creationId xmlns:a16="http://schemas.microsoft.com/office/drawing/2014/main" id="{EED7D595-07B0-4650-9E38-40684F150019}"/>
              </a:ext>
            </a:extLst>
          </p:cNvPr>
          <p:cNvCxnSpPr>
            <a:cxnSpLocks/>
            <a:stCxn id="139" idx="0"/>
          </p:cNvCxnSpPr>
          <p:nvPr/>
        </p:nvCxnSpPr>
        <p:spPr>
          <a:xfrm flipV="1">
            <a:off x="6340473" y="2869143"/>
            <a:ext cx="0" cy="514767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Verbinder: gewinkelt 177">
            <a:extLst>
              <a:ext uri="{FF2B5EF4-FFF2-40B4-BE49-F238E27FC236}">
                <a16:creationId xmlns:a16="http://schemas.microsoft.com/office/drawing/2014/main" id="{FAF4EE52-5CFC-469E-A665-935F42D8484B}"/>
              </a:ext>
            </a:extLst>
          </p:cNvPr>
          <p:cNvCxnSpPr>
            <a:cxnSpLocks/>
            <a:endCxn id="140" idx="0"/>
          </p:cNvCxnSpPr>
          <p:nvPr/>
        </p:nvCxnSpPr>
        <p:spPr>
          <a:xfrm flipH="1">
            <a:off x="6952992" y="2061712"/>
            <a:ext cx="36271" cy="132743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Verbinder: gewinkelt 177">
            <a:extLst>
              <a:ext uri="{FF2B5EF4-FFF2-40B4-BE49-F238E27FC236}">
                <a16:creationId xmlns:a16="http://schemas.microsoft.com/office/drawing/2014/main" id="{CF0F624E-ABC0-44A2-86C8-0C45256C3689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6952240" y="3820971"/>
            <a:ext cx="752" cy="1555741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192">
            <a:extLst>
              <a:ext uri="{FF2B5EF4-FFF2-40B4-BE49-F238E27FC236}">
                <a16:creationId xmlns:a16="http://schemas.microsoft.com/office/drawing/2014/main" id="{4A3D0C4F-5F9B-4B72-9CBE-C70934DF7263}"/>
              </a:ext>
            </a:extLst>
          </p:cNvPr>
          <p:cNvCxnSpPr>
            <a:cxnSpLocks/>
            <a:stCxn id="139" idx="2"/>
          </p:cNvCxnSpPr>
          <p:nvPr/>
        </p:nvCxnSpPr>
        <p:spPr>
          <a:xfrm flipH="1">
            <a:off x="6335573" y="3815739"/>
            <a:ext cx="4900" cy="732628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7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1445562"/>
            <a:ext cx="6820130" cy="377511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052637" y="5444216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14537" y="541243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386529" y="5763334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610942" y="296150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rot="16200000" flipV="1">
            <a:off x="7131028" y="3973199"/>
            <a:ext cx="1030929" cy="370703"/>
          </a:xfrm>
          <a:prstGeom prst="bentConnector3">
            <a:avLst>
              <a:gd name="adj1" fmla="val 25165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306450" y="3481503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223806" y="3481503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0"/>
            <a:endCxn id="208" idx="2"/>
          </p:cNvCxnSpPr>
          <p:nvPr/>
        </p:nvCxnSpPr>
        <p:spPr>
          <a:xfrm flipH="1" flipV="1">
            <a:off x="7976335" y="4908711"/>
            <a:ext cx="1" cy="881352"/>
          </a:xfrm>
          <a:prstGeom prst="straightConnector1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28863" y="4631712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481583" y="2215990"/>
            <a:ext cx="364624" cy="1126403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stCxn id="275" idx="0"/>
            <a:endCxn id="8" idx="3"/>
          </p:cNvCxnSpPr>
          <p:nvPr/>
        </p:nvCxnSpPr>
        <p:spPr>
          <a:xfrm rot="16200000" flipH="1" flipV="1">
            <a:off x="6969817" y="945412"/>
            <a:ext cx="482338" cy="3508273"/>
          </a:xfrm>
          <a:prstGeom prst="bentConnector4">
            <a:avLst>
              <a:gd name="adj1" fmla="val -149766"/>
              <a:gd name="adj2" fmla="val 6678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2"/>
            <a:endCxn id="73" idx="3"/>
          </p:cNvCxnSpPr>
          <p:nvPr/>
        </p:nvCxnSpPr>
        <p:spPr>
          <a:xfrm rot="5400000">
            <a:off x="8677510" y="2891553"/>
            <a:ext cx="443787" cy="13143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rot="5400000" flipH="1" flipV="1">
            <a:off x="7754047" y="4020088"/>
            <a:ext cx="988627" cy="234624"/>
          </a:xfrm>
          <a:prstGeom prst="bentConnector3">
            <a:avLst>
              <a:gd name="adj1" fmla="val 21328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stCxn id="87" idx="1"/>
            <a:endCxn id="334" idx="6"/>
          </p:cNvCxnSpPr>
          <p:nvPr/>
        </p:nvCxnSpPr>
        <p:spPr>
          <a:xfrm flipH="1" flipV="1">
            <a:off x="6753356" y="3562294"/>
            <a:ext cx="553094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05984" y="4210324"/>
            <a:ext cx="1858078" cy="1537621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7364194" y="57900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5480613" y="5295855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9100693" y="5585301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BD67D860-E114-40CE-A07E-69575C74AD02}"/>
              </a:ext>
            </a:extLst>
          </p:cNvPr>
          <p:cNvSpPr/>
          <p:nvPr/>
        </p:nvSpPr>
        <p:spPr>
          <a:xfrm>
            <a:off x="7682531" y="2141574"/>
            <a:ext cx="562086" cy="43682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 µF </a:t>
            </a:r>
          </a:p>
        </p:txBody>
      </p:sp>
      <p:cxnSp>
        <p:nvCxnSpPr>
          <p:cNvPr id="53" name="Verbinder: gewinkelt 294">
            <a:extLst>
              <a:ext uri="{FF2B5EF4-FFF2-40B4-BE49-F238E27FC236}">
                <a16:creationId xmlns:a16="http://schemas.microsoft.com/office/drawing/2014/main" id="{64B8F452-ED2C-4820-A672-8A9A7957EC9C}"/>
              </a:ext>
            </a:extLst>
          </p:cNvPr>
          <p:cNvCxnSpPr>
            <a:cxnSpLocks/>
            <a:stCxn id="46" idx="2"/>
            <a:endCxn id="63" idx="0"/>
          </p:cNvCxnSpPr>
          <p:nvPr/>
        </p:nvCxnSpPr>
        <p:spPr>
          <a:xfrm rot="10800000" flipV="1">
            <a:off x="7339763" y="2359988"/>
            <a:ext cx="342768" cy="72632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Verbinder: gewinkelt 294">
            <a:extLst>
              <a:ext uri="{FF2B5EF4-FFF2-40B4-BE49-F238E27FC236}">
                <a16:creationId xmlns:a16="http://schemas.microsoft.com/office/drawing/2014/main" id="{AC53E74A-AA0D-419E-9D5A-65D164158871}"/>
              </a:ext>
            </a:extLst>
          </p:cNvPr>
          <p:cNvCxnSpPr>
            <a:cxnSpLocks/>
            <a:stCxn id="46" idx="6"/>
            <a:endCxn id="73" idx="0"/>
          </p:cNvCxnSpPr>
          <p:nvPr/>
        </p:nvCxnSpPr>
        <p:spPr>
          <a:xfrm>
            <a:off x="8244617" y="2359988"/>
            <a:ext cx="358073" cy="68837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Ellipse 75">
            <a:extLst>
              <a:ext uri="{FF2B5EF4-FFF2-40B4-BE49-F238E27FC236}">
                <a16:creationId xmlns:a16="http://schemas.microsoft.com/office/drawing/2014/main" id="{329E71F2-E293-458A-9CDA-CB194FDD3CC1}"/>
              </a:ext>
            </a:extLst>
          </p:cNvPr>
          <p:cNvSpPr/>
          <p:nvPr/>
        </p:nvSpPr>
        <p:spPr>
          <a:xfrm>
            <a:off x="7586010" y="3837971"/>
            <a:ext cx="653794" cy="43682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1000 µF </a:t>
            </a:r>
          </a:p>
        </p:txBody>
      </p: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2F50579-9388-4D81-A300-CF88DAD3D244}"/>
              </a:ext>
            </a:extLst>
          </p:cNvPr>
          <p:cNvCxnSpPr>
            <a:cxnSpLocks/>
            <a:stCxn id="76" idx="1"/>
            <a:endCxn id="87" idx="3"/>
          </p:cNvCxnSpPr>
          <p:nvPr/>
        </p:nvCxnSpPr>
        <p:spPr>
          <a:xfrm flipH="1" flipV="1">
            <a:off x="7615830" y="3562295"/>
            <a:ext cx="65926" cy="339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10ADBFFF-1BA5-46A8-919A-76E7BB42FA0F}"/>
              </a:ext>
            </a:extLst>
          </p:cNvPr>
          <p:cNvCxnSpPr>
            <a:stCxn id="76" idx="7"/>
            <a:endCxn id="88" idx="1"/>
          </p:cNvCxnSpPr>
          <p:nvPr/>
        </p:nvCxnSpPr>
        <p:spPr>
          <a:xfrm flipV="1">
            <a:off x="8144058" y="3562295"/>
            <a:ext cx="79748" cy="339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Core Module</a:t>
            </a:r>
          </a:p>
        </p:txBody>
      </p:sp>
    </p:spTree>
    <p:extLst>
      <p:ext uri="{BB962C8B-B14F-4D97-AF65-F5344CB8AC3E}">
        <p14:creationId xmlns:p14="http://schemas.microsoft.com/office/powerpoint/2010/main" val="20565229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3030809" y="514350"/>
            <a:ext cx="6130382" cy="344118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wordArtVert"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1234398" y="427052"/>
            <a:ext cx="1600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Display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2257466" y="1005287"/>
            <a:ext cx="1890499" cy="2687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1033182" y="733846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4154721" y="234458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5410089" y="4257607"/>
            <a:ext cx="2490463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6655321" y="4124692"/>
            <a:ext cx="5347" cy="132915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5410089" y="3847693"/>
            <a:ext cx="2501158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  <a:stCxn id="83" idx="0"/>
            <a:endCxn id="84" idx="2"/>
          </p:cNvCxnSpPr>
          <p:nvPr/>
        </p:nvCxnSpPr>
        <p:spPr>
          <a:xfrm flipH="1" flipV="1">
            <a:off x="6042326" y="3010308"/>
            <a:ext cx="76230" cy="61946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6334353" y="3010308"/>
            <a:ext cx="11054" cy="60244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  <a:stCxn id="76" idx="0"/>
            <a:endCxn id="81" idx="2"/>
          </p:cNvCxnSpPr>
          <p:nvPr/>
        </p:nvCxnSpPr>
        <p:spPr>
          <a:xfrm flipH="1" flipV="1">
            <a:off x="5773710" y="3010308"/>
            <a:ext cx="60557" cy="61015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  <a:stCxn id="75" idx="0"/>
            <a:endCxn id="80" idx="2"/>
          </p:cNvCxnSpPr>
          <p:nvPr/>
        </p:nvCxnSpPr>
        <p:spPr>
          <a:xfrm flipV="1">
            <a:off x="5539558" y="3010308"/>
            <a:ext cx="1" cy="61015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  <a:endCxn id="79" idx="2"/>
          </p:cNvCxnSpPr>
          <p:nvPr/>
        </p:nvCxnSpPr>
        <p:spPr>
          <a:xfrm flipH="1" flipV="1">
            <a:off x="6648488" y="3010308"/>
            <a:ext cx="12181" cy="60244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  <a:stCxn id="73" idx="0"/>
          </p:cNvCxnSpPr>
          <p:nvPr/>
        </p:nvCxnSpPr>
        <p:spPr>
          <a:xfrm flipH="1" flipV="1">
            <a:off x="6949160" y="3010307"/>
            <a:ext cx="15048" cy="61946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862417" y="362977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547672" y="362977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5461812" y="3620462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733277" y="3620462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6301855" y="362977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882641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579558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5505094" y="284872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739245" y="284872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6276477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17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6051229" y="362977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973396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4034059" y="247165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880962" y="231183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2105246" y="261014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849869" y="292951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4147965" y="72121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897103" y="967486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  <a:stCxn id="109" idx="0"/>
            <a:endCxn id="103" idx="2"/>
          </p:cNvCxnSpPr>
          <p:nvPr/>
        </p:nvCxnSpPr>
        <p:spPr>
          <a:xfrm flipV="1">
            <a:off x="4522069" y="1523897"/>
            <a:ext cx="0" cy="66612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  <a:stCxn id="110" idx="0"/>
            <a:endCxn id="104" idx="2"/>
          </p:cNvCxnSpPr>
          <p:nvPr/>
        </p:nvCxnSpPr>
        <p:spPr>
          <a:xfrm flipV="1">
            <a:off x="4773285" y="1521189"/>
            <a:ext cx="30165" cy="66882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  <a:stCxn id="111" idx="0"/>
            <a:endCxn id="105" idx="2"/>
          </p:cNvCxnSpPr>
          <p:nvPr/>
        </p:nvCxnSpPr>
        <p:spPr>
          <a:xfrm flipV="1">
            <a:off x="5044576" y="1521189"/>
            <a:ext cx="32207" cy="66882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4394630" y="136231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736925" y="1359606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975793" y="1359606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  <a:stCxn id="112" idx="0"/>
            <a:endCxn id="107" idx="2"/>
          </p:cNvCxnSpPr>
          <p:nvPr/>
        </p:nvCxnSpPr>
        <p:spPr>
          <a:xfrm flipV="1">
            <a:off x="5282153" y="1518448"/>
            <a:ext cx="96981" cy="66612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5282152" y="1356865"/>
            <a:ext cx="1939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L12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4394630" y="219001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665884" y="219001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975646" y="219001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5213223" y="218456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3125956" y="1335743"/>
            <a:ext cx="900888" cy="64633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de-DE" sz="1050"/>
              <a:t>VCC (5V) --- HV</a:t>
            </a:r>
          </a:p>
          <a:p>
            <a:pPr algn="just"/>
            <a:r>
              <a:rPr lang="de-DE" sz="1050"/>
              <a:t>GND ------ GND</a:t>
            </a:r>
            <a:br>
              <a:rPr lang="de-DE" sz="1050"/>
            </a:br>
            <a:r>
              <a:rPr lang="de-DE" sz="1050"/>
              <a:t>D- --- HV2 (SCL)</a:t>
            </a:r>
            <a:br>
              <a:rPr lang="de-DE" sz="1050"/>
            </a:br>
            <a:r>
              <a:rPr lang="de-DE" sz="1050"/>
              <a:t>D+ --- HV1 (SDA)</a:t>
            </a:r>
          </a:p>
        </p:txBody>
      </p: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  <a:stCxn id="127" idx="0"/>
            <a:endCxn id="121" idx="2"/>
          </p:cNvCxnSpPr>
          <p:nvPr/>
        </p:nvCxnSpPr>
        <p:spPr>
          <a:xfrm flipH="1" flipV="1">
            <a:off x="6318546" y="1737255"/>
            <a:ext cx="80055" cy="44707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  <a:stCxn id="128" idx="0"/>
            <a:endCxn id="122" idx="2"/>
          </p:cNvCxnSpPr>
          <p:nvPr/>
        </p:nvCxnSpPr>
        <p:spPr>
          <a:xfrm flipH="1" flipV="1">
            <a:off x="6627333" y="1737255"/>
            <a:ext cx="42558" cy="44707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  <a:stCxn id="129" idx="0"/>
            <a:endCxn id="124" idx="2"/>
          </p:cNvCxnSpPr>
          <p:nvPr/>
        </p:nvCxnSpPr>
        <p:spPr>
          <a:xfrm flipV="1">
            <a:off x="6907468" y="1737255"/>
            <a:ext cx="53498" cy="44162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964667" y="76925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	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6244006" y="1575672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524741" y="1575672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  <a:stCxn id="133" idx="0"/>
            <a:endCxn id="132" idx="2"/>
          </p:cNvCxnSpPr>
          <p:nvPr/>
        </p:nvCxnSpPr>
        <p:spPr>
          <a:xfrm flipV="1">
            <a:off x="7134929" y="1737255"/>
            <a:ext cx="124405" cy="44554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861580" y="1575672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6329671" y="218432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600961" y="218432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838538" y="217887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7192007" y="1575672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7100464" y="218279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FC5473C5-E7C2-45CB-BDC4-F8275B06DC11}"/>
              </a:ext>
            </a:extLst>
          </p:cNvPr>
          <p:cNvSpPr/>
          <p:nvPr/>
        </p:nvSpPr>
        <p:spPr>
          <a:xfrm>
            <a:off x="880962" y="4300646"/>
            <a:ext cx="1224284" cy="48387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</a:t>
            </a:r>
          </a:p>
          <a:p>
            <a:pPr algn="ctr"/>
            <a:r>
              <a:rPr lang="de-DE" sz="1050">
                <a:solidFill>
                  <a:schemeClr val="dk1"/>
                </a:solidFill>
              </a:rPr>
              <a:t>Volume</a:t>
            </a:r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1AD8066C-63F4-4883-9F00-F3F383E5B68F}"/>
              </a:ext>
            </a:extLst>
          </p:cNvPr>
          <p:cNvCxnSpPr>
            <a:cxnSpLocks/>
            <a:stCxn id="170" idx="3"/>
            <a:endCxn id="164" idx="2"/>
          </p:cNvCxnSpPr>
          <p:nvPr/>
        </p:nvCxnSpPr>
        <p:spPr>
          <a:xfrm flipV="1">
            <a:off x="2344062" y="3000608"/>
            <a:ext cx="2150165" cy="170183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035BFD5-4BD4-44AA-9768-183B535786A6}"/>
              </a:ext>
            </a:extLst>
          </p:cNvPr>
          <p:cNvCxnSpPr>
            <a:cxnSpLocks/>
            <a:stCxn id="135" idx="3"/>
            <a:endCxn id="162" idx="2"/>
          </p:cNvCxnSpPr>
          <p:nvPr/>
        </p:nvCxnSpPr>
        <p:spPr>
          <a:xfrm flipV="1">
            <a:off x="2362494" y="3000608"/>
            <a:ext cx="2302854" cy="209972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E04A6130-106E-45F7-821C-C763CC236A53}"/>
              </a:ext>
            </a:extLst>
          </p:cNvPr>
          <p:cNvCxnSpPr>
            <a:cxnSpLocks/>
            <a:stCxn id="168" idx="3"/>
            <a:endCxn id="161" idx="2"/>
          </p:cNvCxnSpPr>
          <p:nvPr/>
        </p:nvCxnSpPr>
        <p:spPr>
          <a:xfrm flipV="1">
            <a:off x="2312802" y="3000608"/>
            <a:ext cx="2004806" cy="151368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42E4ADBC-5791-40B2-9CE3-1B0B55530682}"/>
              </a:ext>
            </a:extLst>
          </p:cNvPr>
          <p:cNvCxnSpPr>
            <a:cxnSpLocks/>
            <a:stCxn id="167" idx="3"/>
            <a:endCxn id="160" idx="2"/>
          </p:cNvCxnSpPr>
          <p:nvPr/>
        </p:nvCxnSpPr>
        <p:spPr>
          <a:xfrm flipV="1">
            <a:off x="2355116" y="3000608"/>
            <a:ext cx="1766455" cy="132553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Gerader Verbinder 150">
            <a:extLst>
              <a:ext uri="{FF2B5EF4-FFF2-40B4-BE49-F238E27FC236}">
                <a16:creationId xmlns:a16="http://schemas.microsoft.com/office/drawing/2014/main" id="{AA911488-D32F-4068-981D-5BAA647742CD}"/>
              </a:ext>
            </a:extLst>
          </p:cNvPr>
          <p:cNvCxnSpPr>
            <a:cxnSpLocks/>
            <a:stCxn id="136" idx="3"/>
            <a:endCxn id="159" idx="2"/>
          </p:cNvCxnSpPr>
          <p:nvPr/>
        </p:nvCxnSpPr>
        <p:spPr>
          <a:xfrm flipV="1">
            <a:off x="2330270" y="3000608"/>
            <a:ext cx="2532028" cy="226131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4880CDAE-89CD-40D5-A3FB-65F790992AC1}"/>
              </a:ext>
            </a:extLst>
          </p:cNvPr>
          <p:cNvCxnSpPr>
            <a:cxnSpLocks/>
            <a:stCxn id="137" idx="3"/>
            <a:endCxn id="158" idx="2"/>
          </p:cNvCxnSpPr>
          <p:nvPr/>
        </p:nvCxnSpPr>
        <p:spPr>
          <a:xfrm flipV="1">
            <a:off x="2344061" y="3000608"/>
            <a:ext cx="2740592" cy="244946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AFC933F-5306-4B82-B439-5DB7839D95B1}"/>
              </a:ext>
            </a:extLst>
          </p:cNvPr>
          <p:cNvSpPr txBox="1"/>
          <p:nvPr/>
        </p:nvSpPr>
        <p:spPr>
          <a:xfrm>
            <a:off x="5015723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33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1CADF1F7-C555-4CDF-987D-B5A6B8931284}"/>
              </a:ext>
            </a:extLst>
          </p:cNvPr>
          <p:cNvSpPr txBox="1"/>
          <p:nvPr/>
        </p:nvSpPr>
        <p:spPr>
          <a:xfrm>
            <a:off x="479336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35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0D6352A7-6DDF-4322-AF9D-B280AFAE10B7}"/>
              </a:ext>
            </a:extLst>
          </p:cNvPr>
          <p:cNvSpPr txBox="1"/>
          <p:nvPr/>
        </p:nvSpPr>
        <p:spPr>
          <a:xfrm>
            <a:off x="4052641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36</a:t>
            </a:r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356FE094-94E3-470E-A435-BE24D4AE2358}"/>
              </a:ext>
            </a:extLst>
          </p:cNvPr>
          <p:cNvSpPr txBox="1"/>
          <p:nvPr/>
        </p:nvSpPr>
        <p:spPr>
          <a:xfrm>
            <a:off x="424867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39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A3ABBC5E-04EF-47BF-8560-8B603A5FEF00}"/>
              </a:ext>
            </a:extLst>
          </p:cNvPr>
          <p:cNvSpPr txBox="1"/>
          <p:nvPr/>
        </p:nvSpPr>
        <p:spPr>
          <a:xfrm>
            <a:off x="459641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34</a:t>
            </a:r>
          </a:p>
        </p:txBody>
      </p:sp>
      <p:sp>
        <p:nvSpPr>
          <p:cNvPr id="164" name="Textfeld 163">
            <a:extLst>
              <a:ext uri="{FF2B5EF4-FFF2-40B4-BE49-F238E27FC236}">
                <a16:creationId xmlns:a16="http://schemas.microsoft.com/office/drawing/2014/main" id="{54BFA000-BDAC-42B0-B9B4-F3E67BE8A963}"/>
              </a:ext>
            </a:extLst>
          </p:cNvPr>
          <p:cNvSpPr txBox="1"/>
          <p:nvPr/>
        </p:nvSpPr>
        <p:spPr>
          <a:xfrm>
            <a:off x="4425297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167" name="Textfeld 166">
            <a:extLst>
              <a:ext uri="{FF2B5EF4-FFF2-40B4-BE49-F238E27FC236}">
                <a16:creationId xmlns:a16="http://schemas.microsoft.com/office/drawing/2014/main" id="{AE9E8C7F-23E3-462E-B4CC-32F5010BCBFB}"/>
              </a:ext>
            </a:extLst>
          </p:cNvPr>
          <p:cNvSpPr txBox="1"/>
          <p:nvPr/>
        </p:nvSpPr>
        <p:spPr>
          <a:xfrm>
            <a:off x="2156344" y="4245353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68" name="Textfeld 167">
            <a:extLst>
              <a:ext uri="{FF2B5EF4-FFF2-40B4-BE49-F238E27FC236}">
                <a16:creationId xmlns:a16="http://schemas.microsoft.com/office/drawing/2014/main" id="{2125647A-079C-4F6E-A566-30DCC5BFD7E5}"/>
              </a:ext>
            </a:extLst>
          </p:cNvPr>
          <p:cNvSpPr txBox="1"/>
          <p:nvPr/>
        </p:nvSpPr>
        <p:spPr>
          <a:xfrm>
            <a:off x="2163722" y="4433504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70" name="Textfeld 169">
            <a:extLst>
              <a:ext uri="{FF2B5EF4-FFF2-40B4-BE49-F238E27FC236}">
                <a16:creationId xmlns:a16="http://schemas.microsoft.com/office/drawing/2014/main" id="{60EA6BE8-979A-4019-976F-11809C126A51}"/>
              </a:ext>
            </a:extLst>
          </p:cNvPr>
          <p:cNvSpPr txBox="1"/>
          <p:nvPr/>
        </p:nvSpPr>
        <p:spPr>
          <a:xfrm>
            <a:off x="2161319" y="4621655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03A9CB64-80AD-4247-8744-CB70AA296CA5}"/>
              </a:ext>
            </a:extLst>
          </p:cNvPr>
          <p:cNvSpPr/>
          <p:nvPr/>
        </p:nvSpPr>
        <p:spPr>
          <a:xfrm rot="5400000">
            <a:off x="7998908" y="2302086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32C312A9-F9A1-45D7-97FE-84EF827ABB8A}"/>
              </a:ext>
            </a:extLst>
          </p:cNvPr>
          <p:cNvSpPr/>
          <p:nvPr/>
        </p:nvSpPr>
        <p:spPr>
          <a:xfrm>
            <a:off x="880462" y="4997957"/>
            <a:ext cx="1224284" cy="48387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 Brightness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860E8FF3-6FC0-49A3-A6B9-1E939CC04073}"/>
              </a:ext>
            </a:extLst>
          </p:cNvPr>
          <p:cNvSpPr txBox="1"/>
          <p:nvPr/>
        </p:nvSpPr>
        <p:spPr>
          <a:xfrm>
            <a:off x="2163722" y="5019543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89D59AF0-B972-4CF5-8B39-034D6777C1E1}"/>
              </a:ext>
            </a:extLst>
          </p:cNvPr>
          <p:cNvSpPr txBox="1"/>
          <p:nvPr/>
        </p:nvSpPr>
        <p:spPr>
          <a:xfrm>
            <a:off x="2181190" y="518112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7A8D6079-FF13-4C79-A24C-2BD75F3442A1}"/>
              </a:ext>
            </a:extLst>
          </p:cNvPr>
          <p:cNvSpPr txBox="1"/>
          <p:nvPr/>
        </p:nvSpPr>
        <p:spPr>
          <a:xfrm>
            <a:off x="2161318" y="5369277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33F94EFF-9E21-47EA-A696-4AE94B13CDB2}"/>
              </a:ext>
            </a:extLst>
          </p:cNvPr>
          <p:cNvSpPr txBox="1"/>
          <p:nvPr/>
        </p:nvSpPr>
        <p:spPr>
          <a:xfrm>
            <a:off x="8503585" y="1656642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	</a:t>
            </a:r>
          </a:p>
        </p:txBody>
      </p:sp>
      <p:sp>
        <p:nvSpPr>
          <p:cNvPr id="171" name="Textfeld 170">
            <a:extLst>
              <a:ext uri="{FF2B5EF4-FFF2-40B4-BE49-F238E27FC236}">
                <a16:creationId xmlns:a16="http://schemas.microsoft.com/office/drawing/2014/main" id="{5D8F2F37-C0D4-45E9-980B-499A371310A3}"/>
              </a:ext>
            </a:extLst>
          </p:cNvPr>
          <p:cNvSpPr txBox="1"/>
          <p:nvPr/>
        </p:nvSpPr>
        <p:spPr>
          <a:xfrm>
            <a:off x="7546346" y="3629775"/>
            <a:ext cx="24846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3.3V	</a:t>
            </a:r>
          </a:p>
        </p:txBody>
      </p:sp>
      <p:sp>
        <p:nvSpPr>
          <p:cNvPr id="172" name="Textfeld 171">
            <a:extLst>
              <a:ext uri="{FF2B5EF4-FFF2-40B4-BE49-F238E27FC236}">
                <a16:creationId xmlns:a16="http://schemas.microsoft.com/office/drawing/2014/main" id="{BC87A996-7CFE-4700-B58F-3A6FD55F4705}"/>
              </a:ext>
            </a:extLst>
          </p:cNvPr>
          <p:cNvSpPr txBox="1"/>
          <p:nvPr/>
        </p:nvSpPr>
        <p:spPr>
          <a:xfrm>
            <a:off x="7284359" y="233685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25</a:t>
            </a:r>
          </a:p>
        </p:txBody>
      </p:sp>
      <p:sp>
        <p:nvSpPr>
          <p:cNvPr id="173" name="Textfeld 172">
            <a:extLst>
              <a:ext uri="{FF2B5EF4-FFF2-40B4-BE49-F238E27FC236}">
                <a16:creationId xmlns:a16="http://schemas.microsoft.com/office/drawing/2014/main" id="{A9B5CC3C-C983-4F87-9387-712C58CCE276}"/>
              </a:ext>
            </a:extLst>
          </p:cNvPr>
          <p:cNvSpPr txBox="1"/>
          <p:nvPr/>
        </p:nvSpPr>
        <p:spPr>
          <a:xfrm>
            <a:off x="7284359" y="2535444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26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5BA5539-9235-4071-9A1C-DC5DD4AFF47D}"/>
              </a:ext>
            </a:extLst>
          </p:cNvPr>
          <p:cNvSpPr txBox="1"/>
          <p:nvPr/>
        </p:nvSpPr>
        <p:spPr>
          <a:xfrm>
            <a:off x="7288216" y="2746882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27</a:t>
            </a:r>
          </a:p>
        </p:txBody>
      </p:sp>
      <p:sp>
        <p:nvSpPr>
          <p:cNvPr id="175" name="Textfeld 174">
            <a:extLst>
              <a:ext uri="{FF2B5EF4-FFF2-40B4-BE49-F238E27FC236}">
                <a16:creationId xmlns:a16="http://schemas.microsoft.com/office/drawing/2014/main" id="{10C291AB-95B1-4986-909F-CB9DA5CF5CF9}"/>
              </a:ext>
            </a:extLst>
          </p:cNvPr>
          <p:cNvSpPr txBox="1"/>
          <p:nvPr/>
        </p:nvSpPr>
        <p:spPr>
          <a:xfrm>
            <a:off x="8108437" y="2556495"/>
            <a:ext cx="32380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RX (2)</a:t>
            </a:r>
          </a:p>
        </p:txBody>
      </p:sp>
      <p:sp>
        <p:nvSpPr>
          <p:cNvPr id="176" name="Textfeld 175">
            <a:extLst>
              <a:ext uri="{FF2B5EF4-FFF2-40B4-BE49-F238E27FC236}">
                <a16:creationId xmlns:a16="http://schemas.microsoft.com/office/drawing/2014/main" id="{8387DA9B-4BCE-445B-AE53-DB06F8D0C36A}"/>
              </a:ext>
            </a:extLst>
          </p:cNvPr>
          <p:cNvSpPr txBox="1"/>
          <p:nvPr/>
        </p:nvSpPr>
        <p:spPr>
          <a:xfrm>
            <a:off x="7945046" y="2746882"/>
            <a:ext cx="5065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Busy (16)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2EA6898B-0A06-48A5-93A9-72539DD96A32}"/>
              </a:ext>
            </a:extLst>
          </p:cNvPr>
          <p:cNvSpPr txBox="1"/>
          <p:nvPr/>
        </p:nvSpPr>
        <p:spPr>
          <a:xfrm>
            <a:off x="8100074" y="2301356"/>
            <a:ext cx="3157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TX (3)</a:t>
            </a:r>
          </a:p>
        </p:txBody>
      </p:sp>
      <p:cxnSp>
        <p:nvCxnSpPr>
          <p:cNvPr id="179" name="Gerader Verbinder 149">
            <a:extLst>
              <a:ext uri="{FF2B5EF4-FFF2-40B4-BE49-F238E27FC236}">
                <a16:creationId xmlns:a16="http://schemas.microsoft.com/office/drawing/2014/main" id="{E64260E8-6D08-4871-9668-A8DAFEC0197B}"/>
              </a:ext>
            </a:extLst>
          </p:cNvPr>
          <p:cNvCxnSpPr>
            <a:cxnSpLocks/>
            <a:stCxn id="176" idx="2"/>
            <a:endCxn id="174" idx="2"/>
          </p:cNvCxnSpPr>
          <p:nvPr/>
        </p:nvCxnSpPr>
        <p:spPr>
          <a:xfrm rot="5400000">
            <a:off x="7777734" y="2487878"/>
            <a:ext cx="12700" cy="841175"/>
          </a:xfrm>
          <a:prstGeom prst="bentConnector3">
            <a:avLst>
              <a:gd name="adj1" fmla="val 180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Gerader Verbinder 179">
            <a:extLst>
              <a:ext uri="{FF2B5EF4-FFF2-40B4-BE49-F238E27FC236}">
                <a16:creationId xmlns:a16="http://schemas.microsoft.com/office/drawing/2014/main" id="{7EB99DD9-52D8-48E2-B230-097BFD88BB06}"/>
              </a:ext>
            </a:extLst>
          </p:cNvPr>
          <p:cNvCxnSpPr>
            <a:cxnSpLocks/>
            <a:endCxn id="178" idx="1"/>
          </p:cNvCxnSpPr>
          <p:nvPr/>
        </p:nvCxnSpPr>
        <p:spPr>
          <a:xfrm flipV="1">
            <a:off x="7416622" y="2382148"/>
            <a:ext cx="683452" cy="52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8D116E5F-2B7D-484C-9743-58C481A17551}"/>
              </a:ext>
            </a:extLst>
          </p:cNvPr>
          <p:cNvCxnSpPr>
            <a:cxnSpLocks/>
            <a:stCxn id="173" idx="3"/>
            <a:endCxn id="175" idx="1"/>
          </p:cNvCxnSpPr>
          <p:nvPr/>
        </p:nvCxnSpPr>
        <p:spPr>
          <a:xfrm>
            <a:off x="7422218" y="2616236"/>
            <a:ext cx="686219" cy="2105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Ellipse 183">
            <a:extLst>
              <a:ext uri="{FF2B5EF4-FFF2-40B4-BE49-F238E27FC236}">
                <a16:creationId xmlns:a16="http://schemas.microsoft.com/office/drawing/2014/main" id="{69EAB421-324F-411C-B78D-51DBBE5D2C86}"/>
              </a:ext>
            </a:extLst>
          </p:cNvPr>
          <p:cNvSpPr/>
          <p:nvPr/>
        </p:nvSpPr>
        <p:spPr>
          <a:xfrm>
            <a:off x="7587383" y="2490687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FFD4948E-CB43-4828-B57A-82A9D5C6E58F}"/>
              </a:ext>
            </a:extLst>
          </p:cNvPr>
          <p:cNvGrpSpPr/>
          <p:nvPr/>
        </p:nvGrpSpPr>
        <p:grpSpPr>
          <a:xfrm rot="5400000">
            <a:off x="7646953" y="2810073"/>
            <a:ext cx="281584" cy="624658"/>
            <a:chOff x="7128441" y="3876743"/>
            <a:chExt cx="281584" cy="624658"/>
          </a:xfrm>
        </p:grpSpPr>
        <p:sp>
          <p:nvSpPr>
            <p:cNvPr id="186" name="Rechteck: abgerundete Ecken 185">
              <a:extLst>
                <a:ext uri="{FF2B5EF4-FFF2-40B4-BE49-F238E27FC236}">
                  <a16:creationId xmlns:a16="http://schemas.microsoft.com/office/drawing/2014/main" id="{61BE833F-017A-407C-94F9-134BE6724954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187" name="Rechteck: abgerundete Ecken 186">
              <a:extLst>
                <a:ext uri="{FF2B5EF4-FFF2-40B4-BE49-F238E27FC236}">
                  <a16:creationId xmlns:a16="http://schemas.microsoft.com/office/drawing/2014/main" id="{64D9F702-698E-42B6-A52C-31AA321B4D1A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024476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608459"/>
              </p:ext>
            </p:extLst>
          </p:nvPr>
        </p:nvGraphicFramePr>
        <p:xfrm>
          <a:off x="0" y="76200"/>
          <a:ext cx="12276756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57192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678665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383982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46490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571507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814887">
                  <a:extLst>
                    <a:ext uri="{9D8B030D-6E8A-4147-A177-3AD203B41FA5}">
                      <a16:colId xmlns:a16="http://schemas.microsoft.com/office/drawing/2014/main" val="1548354847"/>
                    </a:ext>
                  </a:extLst>
                </a:gridCol>
                <a:gridCol w="614427">
                  <a:extLst>
                    <a:ext uri="{9D8B030D-6E8A-4147-A177-3AD203B41FA5}">
                      <a16:colId xmlns:a16="http://schemas.microsoft.com/office/drawing/2014/main" val="511051520"/>
                    </a:ext>
                  </a:extLst>
                </a:gridCol>
                <a:gridCol w="6177156">
                  <a:extLst>
                    <a:ext uri="{9D8B030D-6E8A-4147-A177-3AD203B41FA5}">
                      <a16:colId xmlns:a16="http://schemas.microsoft.com/office/drawing/2014/main" val="2721987841"/>
                    </a:ext>
                  </a:extLst>
                </a:gridCol>
                <a:gridCol w="5089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571507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60805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491139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RotE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Player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RotE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+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DT-1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DT-2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TX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RX </a:t>
                      </a:r>
                      <a:r>
                        <a:rPr lang="de-DE" sz="1100"/>
                        <a:t>1k</a:t>
                      </a:r>
                      <a:r>
                        <a:rPr lang="el-GR" sz="1100"/>
                        <a:t>Ω</a:t>
                      </a: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Busy </a:t>
                      </a:r>
                      <a:r>
                        <a:rPr lang="de-DE" sz="1100"/>
                        <a:t>Diode</a:t>
                      </a: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BL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DI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	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DIN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2227" y="-311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1605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742443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57F41C-B0B6-4592-AC98-425C1C43A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778" y="2693980"/>
            <a:ext cx="2819794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86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56CF85-4A33-4E7E-A82B-6CAE3A08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Rotary Encoder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6A4B80F-7EC7-4703-A3CE-E8FD0F481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3" y="3680312"/>
            <a:ext cx="5239481" cy="298174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A4DD7C9-8429-4E2E-B0EC-2932A5C20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4" y="627776"/>
            <a:ext cx="5239481" cy="298174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38A6E45-8D52-4C02-81E5-261C917C7ABB}"/>
              </a:ext>
            </a:extLst>
          </p:cNvPr>
          <p:cNvSpPr txBox="1"/>
          <p:nvPr/>
        </p:nvSpPr>
        <p:spPr>
          <a:xfrm>
            <a:off x="952500" y="2486025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LEFT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B103CA9-4D15-4418-BCAE-0EEF059443C6}"/>
              </a:ext>
            </a:extLst>
          </p:cNvPr>
          <p:cNvSpPr txBox="1"/>
          <p:nvPr/>
        </p:nvSpPr>
        <p:spPr>
          <a:xfrm>
            <a:off x="952500" y="4713606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RIGHT</a:t>
            </a:r>
          </a:p>
        </p:txBody>
      </p:sp>
      <p:graphicFrame>
        <p:nvGraphicFramePr>
          <p:cNvPr id="10" name="Tabelle 3">
            <a:extLst>
              <a:ext uri="{FF2B5EF4-FFF2-40B4-BE49-F238E27FC236}">
                <a16:creationId xmlns:a16="http://schemas.microsoft.com/office/drawing/2014/main" id="{85DF4966-DA32-45FC-979B-C81B798B10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927332"/>
              </p:ext>
            </p:extLst>
          </p:nvPr>
        </p:nvGraphicFramePr>
        <p:xfrm>
          <a:off x="7611511" y="507111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36 (gelb)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39 (weiß)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32 (grün)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 (rot)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 (schwarz)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  <p:graphicFrame>
        <p:nvGraphicFramePr>
          <p:cNvPr id="11" name="Tabelle 3">
            <a:extLst>
              <a:ext uri="{FF2B5EF4-FFF2-40B4-BE49-F238E27FC236}">
                <a16:creationId xmlns:a16="http://schemas.microsoft.com/office/drawing/2014/main" id="{B77619A4-4293-48B5-AB79-25240D18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3257079"/>
              </p:ext>
            </p:extLst>
          </p:nvPr>
        </p:nvGraphicFramePr>
        <p:xfrm>
          <a:off x="7611511" y="3570543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26 (gelb)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25 (weiß)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27 (grün)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 (rot)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 (schwarz)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87825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1E11DA7-8585-45D9-954A-9E64B4E001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625941"/>
              </p:ext>
            </p:extLst>
          </p:nvPr>
        </p:nvGraphicFramePr>
        <p:xfrm>
          <a:off x="7357647" y="1828799"/>
          <a:ext cx="1926246" cy="238124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3.3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140653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361645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16597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D20083B0-3751-449F-9373-AC5A308B7AB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780644"/>
            <a:ext cx="7481472" cy="475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230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7FC6CDC6-34C5-400D-AFDB-6DDEB54B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2586"/>
              </p:ext>
            </p:extLst>
          </p:nvPr>
        </p:nvGraphicFramePr>
        <p:xfrm>
          <a:off x="5557422" y="41615"/>
          <a:ext cx="6634578" cy="21945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317289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3317289">
                  <a:extLst>
                    <a:ext uri="{9D8B030D-6E8A-4147-A177-3AD203B41FA5}">
                      <a16:colId xmlns:a16="http://schemas.microsoft.com/office/drawing/2014/main" val="3932086502"/>
                    </a:ext>
                  </a:extLst>
                </a:gridCol>
              </a:tblGrid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GPIO 27 (Diode)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GPIO 26 (1 k Ohm)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GPIO 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Speaker (rot)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140653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361645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Speaker (schwarz)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16597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2D1957FB-54CB-4560-8A0C-FED8C388E51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105115" y="22564"/>
            <a:ext cx="4159975" cy="24722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557422" y="2331127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5557422" y="4526873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FAAD9B-B56C-466D-8E27-474912758FAD}"/>
              </a:ext>
            </a:extLst>
          </p:cNvPr>
          <p:cNvSpPr txBox="1"/>
          <p:nvPr/>
        </p:nvSpPr>
        <p:spPr>
          <a:xfrm>
            <a:off x="5557422" y="5530218"/>
            <a:ext cx="43492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VCC drainage vermeiden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Elko 100 µF zwischen Arduino 5V und GND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Diode 1N4007 vor Arduino 5V</a:t>
            </a:r>
          </a:p>
        </p:txBody>
      </p:sp>
      <p:sp>
        <p:nvSpPr>
          <p:cNvPr id="3" name="AutoShape 4" descr="DFPlayer Mini MP3 Module: Elevate Your Arduino &amp; ESP32 Sound Projects">
            <a:extLst>
              <a:ext uri="{FF2B5EF4-FFF2-40B4-BE49-F238E27FC236}">
                <a16:creationId xmlns:a16="http://schemas.microsoft.com/office/drawing/2014/main" id="{379C2094-691E-4B91-A8C3-F1203032FE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79849846-9AB2-432F-8BDB-8146612AD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93714"/>
              </p:ext>
            </p:extLst>
          </p:nvPr>
        </p:nvGraphicFramePr>
        <p:xfrm>
          <a:off x="0" y="0"/>
          <a:ext cx="5397500" cy="68579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05426352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110181037"/>
                    </a:ext>
                  </a:extLst>
                </a:gridCol>
                <a:gridCol w="3873500">
                  <a:extLst>
                    <a:ext uri="{9D8B030D-6E8A-4147-A177-3AD203B41FA5}">
                      <a16:colId xmlns:a16="http://schemas.microsoft.com/office/drawing/2014/main" val="3920731831"/>
                    </a:ext>
                  </a:extLst>
                </a:gridCol>
              </a:tblGrid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b="1" u="none" strike="noStrike">
                          <a:effectLst/>
                        </a:rPr>
                        <a:t>Pin-Nr.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b="1" u="none" strike="noStrike">
                          <a:effectLst/>
                        </a:rPr>
                        <a:t>Pin-Name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b="1" u="none" strike="noStrike">
                          <a:effectLst/>
                        </a:rPr>
                        <a:t>Funktion / Beschreibung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08859075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VCC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Spannungsversorgung (3.2 V – 5.0 V, ideal: 4.2 V)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9436448"/>
                  </a:ext>
                </a:extLst>
              </a:tr>
              <a:tr h="981535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RX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Serielle Schnittstelle (UART) – Empfang (Hinweis: 1 kΩ Widerstand vor den RX-Eingang schalten, wenn ein 5V-Mikrocontroller wie der Arduino Uno sendet, um Brummen zu vermeiden)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686684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3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TX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Serielle Schnittstelle (UART) – Senden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66010584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4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DAC_R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Audio-Ausgang Kanal Rechts (Line-Out, z. B. für externen Verstärker oder Kopfhörer)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612243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5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DAC_L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Audio-Ausgang Kanal Links (Line-Out)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7935535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6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SPK1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Lautsprecher-Ausgang + (interner 3W-Verstärker)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18348808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7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GND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Masse (Ground)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005743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8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SPK2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Lautsprecher-Ausgang – (interner 3W-Verstärker)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2946564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9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IO1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Taste / Eingang 1 (kurz drücken: Vorheriger Titel / gedrückt halten: Leiser)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23143947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10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GND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Masse (Ground)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06206203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IO2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Taste / Eingang 2 (kurz drücken: Nächster Titel / gedrückt halten: Lauter)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766859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ADKEY1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Analog-Tasten-Eingang 1 (für Mehrfachtasten-Steuerung über Widerstände)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4010148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13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ADKEY2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Analog-Tasten-Eingang 2 (GND-Verbindung hierfür startet z. B. den Stand-alone-Loop-Modus)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36543557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14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USB+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USB-Daten + (für den Anschluss eines USB-Sticks)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9818141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15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USB-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USB-Daten – (für den Anschluss eines USB-Sticks)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88527205"/>
                  </a:ext>
                </a:extLst>
              </a:tr>
              <a:tr h="484394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16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BUSY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Status-Ausgang (Low, während ein Titel abgespielt wird; High im Ruhestand)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979084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47234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492706"/>
              </p:ext>
            </p:extLst>
          </p:nvPr>
        </p:nvGraphicFramePr>
        <p:xfrm>
          <a:off x="0" y="-1"/>
          <a:ext cx="6191250" cy="6363884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780792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275006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1102673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3032779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SD-Modul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5V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MISO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19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Master-In-Slave-Out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MOSI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u="none" strike="noStrike">
                          <a:effectLst/>
                          <a:latin typeface="+mn-lt"/>
                        </a:rPr>
                        <a:t>Master-Out-Slave-In (parallel to DIN of Display)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CLK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18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u="none" strike="noStrike">
                          <a:effectLst/>
                          <a:latin typeface="+mn-lt"/>
                        </a:rPr>
                        <a:t>Clock (parallel to CLK of TFT Display)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5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Chip Select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63560752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USB Port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Pegelwandler I2C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VCC (5V)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5V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 5V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D- (SDA)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SDA (high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D+ (SCL)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SCL (high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 3.3V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SCL (low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SDA (low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8364962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Display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VCC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15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 Chip Select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RST 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4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Display Reset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DC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Data / Command Selection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12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MISO (in case of touch pad)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26931480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DIN (SDI, MOSI)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SPI-Datenausgang vom ESP32 (MasterOut-SlaveIn)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CLK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16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 Hardware-Taktleitung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BL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Hintergrundbeleuchtung regelbar (oder dauerhaft an)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1222500-360C-4246-9B10-5FD2430D13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7207274"/>
              </p:ext>
            </p:extLst>
          </p:nvPr>
        </p:nvGraphicFramePr>
        <p:xfrm>
          <a:off x="7022931" y="-1"/>
          <a:ext cx="5169069" cy="3985854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218121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1053477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897471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4462"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Rotary Encoder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93818777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CLK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41493969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39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DT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4453412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SW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77505065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CLK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45090519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DT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33610737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33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SW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20212672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07829222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DFPlayer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34565310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RX (2)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1k</a:t>
                      </a:r>
                      <a:r>
                        <a:rPr lang="el-GR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Ω</a:t>
                      </a: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in Reihe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053612233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TX (3)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3335193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VCC (1)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5V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1000 µF Kondensator zwischen VCC und GND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6589124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GND (7)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GND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47985670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Busy Pin (16)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1N4007 Kathode an Busy Pin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0681505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97280621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LED Ring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ESP32 Pin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Descriptiin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500477064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14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Datainput of LED Ring Cascade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9276605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20707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8D22C6EC-8D3A-41B8-A05F-D0854CC7C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77332"/>
              </p:ext>
            </p:extLst>
          </p:nvPr>
        </p:nvGraphicFramePr>
        <p:xfrm>
          <a:off x="3199347" y="619628"/>
          <a:ext cx="5793305" cy="5852696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98374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1253331">
                  <a:extLst>
                    <a:ext uri="{9D8B030D-6E8A-4147-A177-3AD203B41FA5}">
                      <a16:colId xmlns:a16="http://schemas.microsoft.com/office/drawing/2014/main" val="518380292"/>
                    </a:ext>
                  </a:extLst>
                </a:gridCol>
                <a:gridCol w="1253331">
                  <a:extLst>
                    <a:ext uri="{9D8B030D-6E8A-4147-A177-3AD203B41FA5}">
                      <a16:colId xmlns:a16="http://schemas.microsoft.com/office/drawing/2014/main" val="2402522747"/>
                    </a:ext>
                  </a:extLst>
                </a:gridCol>
                <a:gridCol w="2588269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Modul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Modul Pin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Data / Command Selection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RST 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 Reset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Chip Select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DIN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SPI-MOSIvom ESP32 (MasterOut-Slave In)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 Ring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Datainput of LED Ring Cascade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28170437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 Chip Select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 Hardware-Taktleitung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17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Backlight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18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Clock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19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MISO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Master-In-Slave-Out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21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Pegelwandler I2C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LV2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SDA (low voltage)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Pegelwandler I2C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LV1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SCL (low voltage)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MOSI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Master-Out-Slave-In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TX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Send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09704156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RX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Receive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28630204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BUSY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Busy Indicator Pin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10636321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SW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378043872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SW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266731318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992095290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DT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235465601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91770851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39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DT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9868167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7442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2EC55C7-3541-40F6-9A62-B7B7A76DDBFF}"/>
              </a:ext>
            </a:extLst>
          </p:cNvPr>
          <p:cNvGrpSpPr/>
          <p:nvPr/>
        </p:nvGrpSpPr>
        <p:grpSpPr>
          <a:xfrm rot="16200000">
            <a:off x="8263753" y="5611578"/>
            <a:ext cx="628651" cy="361951"/>
            <a:chOff x="10201274" y="1885950"/>
            <a:chExt cx="628651" cy="361951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4DDFB78-7405-46B3-AD8D-420C412E657C}"/>
                </a:ext>
              </a:extLst>
            </p:cNvPr>
            <p:cNvSpPr/>
            <p:nvPr/>
          </p:nvSpPr>
          <p:spPr>
            <a:xfrm>
              <a:off x="10201274" y="1954191"/>
              <a:ext cx="628651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 VCC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835C235-C6B0-44DE-9453-ECE7064AB7CD}"/>
                </a:ext>
              </a:extLst>
            </p:cNvPr>
            <p:cNvSpPr/>
            <p:nvPr/>
          </p:nvSpPr>
          <p:spPr>
            <a:xfrm>
              <a:off x="10325101" y="188595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882AD5AE-8C76-4301-A35A-39692EE83D9D}"/>
                </a:ext>
              </a:extLst>
            </p:cNvPr>
            <p:cNvSpPr/>
            <p:nvPr/>
          </p:nvSpPr>
          <p:spPr>
            <a:xfrm>
              <a:off x="10567988" y="188595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FCA61AA0-A1D3-4191-95C7-FC2670AAA438}"/>
              </a:ext>
            </a:extLst>
          </p:cNvPr>
          <p:cNvGrpSpPr/>
          <p:nvPr/>
        </p:nvGrpSpPr>
        <p:grpSpPr>
          <a:xfrm rot="16200000">
            <a:off x="-103936" y="2804813"/>
            <a:ext cx="1238250" cy="380203"/>
            <a:chOff x="10191750" y="2867024"/>
            <a:chExt cx="1238250" cy="380203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41344F9-792A-4D5A-9939-D01123AB24D3}"/>
                </a:ext>
              </a:extLst>
            </p:cNvPr>
            <p:cNvSpPr/>
            <p:nvPr/>
          </p:nvSpPr>
          <p:spPr>
            <a:xfrm>
              <a:off x="10191750" y="2953517"/>
              <a:ext cx="1238250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SW   DT  CLK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436E09A-7AC1-4450-A291-A16207301DA8}"/>
                </a:ext>
              </a:extLst>
            </p:cNvPr>
            <p:cNvSpPr/>
            <p:nvPr/>
          </p:nvSpPr>
          <p:spPr>
            <a:xfrm>
              <a:off x="10509650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AD1F4E1-3EBA-4AEB-AF60-A12346486B19}"/>
                </a:ext>
              </a:extLst>
            </p:cNvPr>
            <p:cNvSpPr/>
            <p:nvPr/>
          </p:nvSpPr>
          <p:spPr>
            <a:xfrm>
              <a:off x="1072753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FD510C82-A1BE-4A05-9D72-E0B4C74428CB}"/>
                </a:ext>
              </a:extLst>
            </p:cNvPr>
            <p:cNvSpPr/>
            <p:nvPr/>
          </p:nvSpPr>
          <p:spPr>
            <a:xfrm>
              <a:off x="10945418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A4149FF7-E405-4D54-9391-AD7B93AC279C}"/>
                </a:ext>
              </a:extLst>
            </p:cNvPr>
            <p:cNvSpPr/>
            <p:nvPr/>
          </p:nvSpPr>
          <p:spPr>
            <a:xfrm>
              <a:off x="1116330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841828D6-C874-4D80-86FB-4BE5EA6760DC}"/>
                </a:ext>
              </a:extLst>
            </p:cNvPr>
            <p:cNvSpPr/>
            <p:nvPr/>
          </p:nvSpPr>
          <p:spPr>
            <a:xfrm>
              <a:off x="10291766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92C5F38-9614-4DC0-9EC9-CC8710CC9873}"/>
              </a:ext>
            </a:extLst>
          </p:cNvPr>
          <p:cNvGrpSpPr/>
          <p:nvPr/>
        </p:nvGrpSpPr>
        <p:grpSpPr>
          <a:xfrm rot="16200000">
            <a:off x="-103934" y="1275445"/>
            <a:ext cx="1238250" cy="380203"/>
            <a:chOff x="10191750" y="2867024"/>
            <a:chExt cx="1238250" cy="38020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C84FC7F5-6980-46FE-A66B-BEC29057E619}"/>
                </a:ext>
              </a:extLst>
            </p:cNvPr>
            <p:cNvSpPr/>
            <p:nvPr/>
          </p:nvSpPr>
          <p:spPr>
            <a:xfrm>
              <a:off x="10191750" y="2953517"/>
              <a:ext cx="1238250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SW   DT  CLK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A69476E5-46D2-48EE-B7FC-CD247E460232}"/>
                </a:ext>
              </a:extLst>
            </p:cNvPr>
            <p:cNvSpPr/>
            <p:nvPr/>
          </p:nvSpPr>
          <p:spPr>
            <a:xfrm>
              <a:off x="10509650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A995D10A-D6E1-414B-8A56-8CF8968BC589}"/>
                </a:ext>
              </a:extLst>
            </p:cNvPr>
            <p:cNvSpPr/>
            <p:nvPr/>
          </p:nvSpPr>
          <p:spPr>
            <a:xfrm>
              <a:off x="1072753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C2EBD776-752B-4522-A949-EBC1E859F2AF}"/>
                </a:ext>
              </a:extLst>
            </p:cNvPr>
            <p:cNvSpPr/>
            <p:nvPr/>
          </p:nvSpPr>
          <p:spPr>
            <a:xfrm>
              <a:off x="10945418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421EECB-7C61-437E-BF70-8CA2A7BB6999}"/>
                </a:ext>
              </a:extLst>
            </p:cNvPr>
            <p:cNvSpPr/>
            <p:nvPr/>
          </p:nvSpPr>
          <p:spPr>
            <a:xfrm>
              <a:off x="1116330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99879E8-0A8D-4293-BF82-E6140312F218}"/>
                </a:ext>
              </a:extLst>
            </p:cNvPr>
            <p:cNvSpPr/>
            <p:nvPr/>
          </p:nvSpPr>
          <p:spPr>
            <a:xfrm>
              <a:off x="10291766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6" name="Gruppieren 155">
            <a:extLst>
              <a:ext uri="{FF2B5EF4-FFF2-40B4-BE49-F238E27FC236}">
                <a16:creationId xmlns:a16="http://schemas.microsoft.com/office/drawing/2014/main" id="{D1210197-102A-46C7-83E2-62F47AACE9FD}"/>
              </a:ext>
            </a:extLst>
          </p:cNvPr>
          <p:cNvGrpSpPr/>
          <p:nvPr/>
        </p:nvGrpSpPr>
        <p:grpSpPr>
          <a:xfrm>
            <a:off x="8346357" y="2427470"/>
            <a:ext cx="1635000" cy="1232170"/>
            <a:chOff x="8346357" y="2427470"/>
            <a:chExt cx="1635000" cy="1232170"/>
          </a:xfrm>
        </p:grpSpPr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38D32ADA-CE60-4085-8BCE-916DFCED3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26044" y="2427470"/>
              <a:ext cx="1455313" cy="1232170"/>
            </a:xfrm>
            <a:prstGeom prst="rect">
              <a:avLst/>
            </a:prstGeom>
          </p:spPr>
        </p:pic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2A35C36-3C3B-4305-9FF0-73FF72230250}"/>
                </a:ext>
              </a:extLst>
            </p:cNvPr>
            <p:cNvSpPr/>
            <p:nvPr/>
          </p:nvSpPr>
          <p:spPr>
            <a:xfrm>
              <a:off x="8346357" y="255972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D8CF4E8-C9E0-4220-A872-1C51318B47E0}"/>
                </a:ext>
              </a:extLst>
            </p:cNvPr>
            <p:cNvSpPr/>
            <p:nvPr/>
          </p:nvSpPr>
          <p:spPr>
            <a:xfrm>
              <a:off x="8346357" y="272736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A02DC5B1-30AA-40E4-8ADD-DCAA3119BC73}"/>
                </a:ext>
              </a:extLst>
            </p:cNvPr>
            <p:cNvSpPr/>
            <p:nvPr/>
          </p:nvSpPr>
          <p:spPr>
            <a:xfrm>
              <a:off x="8346357" y="289500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725AD4C5-BE21-4B3A-9C8A-0B382E50F87E}"/>
                </a:ext>
              </a:extLst>
            </p:cNvPr>
            <p:cNvSpPr/>
            <p:nvPr/>
          </p:nvSpPr>
          <p:spPr>
            <a:xfrm>
              <a:off x="8346357" y="306264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C85617C-39B4-468A-809F-E6DC5902349C}"/>
                </a:ext>
              </a:extLst>
            </p:cNvPr>
            <p:cNvSpPr/>
            <p:nvPr/>
          </p:nvSpPr>
          <p:spPr>
            <a:xfrm>
              <a:off x="8346357" y="323028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8CB92B82-177C-49FC-A469-E030C739517C}"/>
                </a:ext>
              </a:extLst>
            </p:cNvPr>
            <p:cNvSpPr/>
            <p:nvPr/>
          </p:nvSpPr>
          <p:spPr>
            <a:xfrm>
              <a:off x="8346357" y="339792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5" name="Textfeld 34">
            <a:extLst>
              <a:ext uri="{FF2B5EF4-FFF2-40B4-BE49-F238E27FC236}">
                <a16:creationId xmlns:a16="http://schemas.microsoft.com/office/drawing/2014/main" id="{943F3555-0582-4B3C-A119-E6E965768DB8}"/>
              </a:ext>
            </a:extLst>
          </p:cNvPr>
          <p:cNvSpPr txBox="1"/>
          <p:nvPr/>
        </p:nvSpPr>
        <p:spPr>
          <a:xfrm>
            <a:off x="9881219" y="2477642"/>
            <a:ext cx="486030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GND</a:t>
            </a:r>
            <a:br>
              <a:rPr lang="de-DE" sz="1050"/>
            </a:br>
            <a:r>
              <a:rPr lang="de-DE" sz="1050"/>
              <a:t>MISO</a:t>
            </a:r>
            <a:br>
              <a:rPr lang="de-DE" sz="1050"/>
            </a:br>
            <a:r>
              <a:rPr lang="de-DE" sz="1050"/>
              <a:t>CLK</a:t>
            </a:r>
            <a:br>
              <a:rPr lang="de-DE" sz="1050"/>
            </a:br>
            <a:r>
              <a:rPr lang="de-DE" sz="1050"/>
              <a:t>MOSI</a:t>
            </a:r>
            <a:br>
              <a:rPr lang="de-DE" sz="1050"/>
            </a:br>
            <a:r>
              <a:rPr lang="de-DE" sz="1050"/>
              <a:t>CS</a:t>
            </a:r>
            <a:br>
              <a:rPr lang="de-DE" sz="1050"/>
            </a:br>
            <a:r>
              <a:rPr lang="de-DE" sz="1050"/>
              <a:t>VCC</a:t>
            </a:r>
          </a:p>
        </p:txBody>
      </p: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6FFC4F76-7315-42E7-82A9-C659567B62DD}"/>
              </a:ext>
            </a:extLst>
          </p:cNvPr>
          <p:cNvGrpSpPr/>
          <p:nvPr/>
        </p:nvGrpSpPr>
        <p:grpSpPr>
          <a:xfrm rot="16200000">
            <a:off x="10809114" y="426355"/>
            <a:ext cx="1043493" cy="380203"/>
            <a:chOff x="10243632" y="5934649"/>
            <a:chExt cx="1043493" cy="380203"/>
          </a:xfrm>
        </p:grpSpPr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FC39A6EF-D6D1-4398-A545-FCC8839CCDAC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SDA   SCL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6685F8C-5EA7-45E8-A428-AB3B715E3000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2C868296-8D9B-4ABF-8587-7B3E07A62151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297DAB72-31E6-4A05-B698-37AB21C1E326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93891B43-298B-49E7-B3D8-E02CE7296786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9361203E-D1D1-456D-B3C2-09B036DB86C0}"/>
              </a:ext>
            </a:extLst>
          </p:cNvPr>
          <p:cNvGrpSpPr/>
          <p:nvPr/>
        </p:nvGrpSpPr>
        <p:grpSpPr>
          <a:xfrm>
            <a:off x="2091891" y="384534"/>
            <a:ext cx="5017693" cy="5890187"/>
            <a:chOff x="1906867" y="76626"/>
            <a:chExt cx="6138822" cy="6781374"/>
          </a:xfrm>
        </p:grpSpPr>
        <p:pic>
          <p:nvPicPr>
            <p:cNvPr id="3" name="Picture 2" descr="Pin-Layout des ESP32">
              <a:extLst>
                <a:ext uri="{FF2B5EF4-FFF2-40B4-BE49-F238E27FC236}">
                  <a16:creationId xmlns:a16="http://schemas.microsoft.com/office/drawing/2014/main" id="{C746FA13-2841-4825-99DA-A75E0B4289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25573" y="76626"/>
              <a:ext cx="5657423" cy="6781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5321D07B-A980-4BC2-B260-E5C33EB7481D}"/>
                </a:ext>
              </a:extLst>
            </p:cNvPr>
            <p:cNvSpPr/>
            <p:nvPr/>
          </p:nvSpPr>
          <p:spPr>
            <a:xfrm>
              <a:off x="7893289" y="4907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049C040C-CD04-4559-B80B-B0E9E7A015F2}"/>
                </a:ext>
              </a:extLst>
            </p:cNvPr>
            <p:cNvSpPr/>
            <p:nvPr/>
          </p:nvSpPr>
          <p:spPr>
            <a:xfrm>
              <a:off x="7893289" y="7982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20A53387-E69F-4DF2-AAB8-B625BF028357}"/>
                </a:ext>
              </a:extLst>
            </p:cNvPr>
            <p:cNvSpPr/>
            <p:nvPr/>
          </p:nvSpPr>
          <p:spPr>
            <a:xfrm>
              <a:off x="7893289" y="11057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9BE744F2-DD27-4E3C-A049-28A5BA3E704A}"/>
                </a:ext>
              </a:extLst>
            </p:cNvPr>
            <p:cNvSpPr/>
            <p:nvPr/>
          </p:nvSpPr>
          <p:spPr>
            <a:xfrm>
              <a:off x="7893289" y="14132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4B6FD525-72BA-4588-B17E-9BD700B5AD4C}"/>
                </a:ext>
              </a:extLst>
            </p:cNvPr>
            <p:cNvSpPr/>
            <p:nvPr/>
          </p:nvSpPr>
          <p:spPr>
            <a:xfrm>
              <a:off x="7893289" y="17207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3700AF9D-1421-4632-827E-826F8C680BAD}"/>
                </a:ext>
              </a:extLst>
            </p:cNvPr>
            <p:cNvSpPr/>
            <p:nvPr/>
          </p:nvSpPr>
          <p:spPr>
            <a:xfrm>
              <a:off x="7893289" y="20282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3A074F39-F84D-47DB-8D21-DA156CD503DA}"/>
                </a:ext>
              </a:extLst>
            </p:cNvPr>
            <p:cNvSpPr/>
            <p:nvPr/>
          </p:nvSpPr>
          <p:spPr>
            <a:xfrm>
              <a:off x="7893289" y="233580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065093A2-B01F-48CB-9FAB-8C1CC2113A9A}"/>
                </a:ext>
              </a:extLst>
            </p:cNvPr>
            <p:cNvSpPr/>
            <p:nvPr/>
          </p:nvSpPr>
          <p:spPr>
            <a:xfrm>
              <a:off x="7893289" y="264331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F93B76E0-CCFE-4542-B24C-F0BDF6F89525}"/>
                </a:ext>
              </a:extLst>
            </p:cNvPr>
            <p:cNvSpPr/>
            <p:nvPr/>
          </p:nvSpPr>
          <p:spPr>
            <a:xfrm>
              <a:off x="7893289" y="29508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1640D562-FCE9-4CF9-8EB8-6E64E3493E4D}"/>
                </a:ext>
              </a:extLst>
            </p:cNvPr>
            <p:cNvSpPr/>
            <p:nvPr/>
          </p:nvSpPr>
          <p:spPr>
            <a:xfrm>
              <a:off x="7893289" y="3258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1C785F4D-4C81-461D-B248-EB82674D91C6}"/>
                </a:ext>
              </a:extLst>
            </p:cNvPr>
            <p:cNvSpPr/>
            <p:nvPr/>
          </p:nvSpPr>
          <p:spPr>
            <a:xfrm>
              <a:off x="7893289" y="35658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AEB60578-5C8F-41CD-B098-3B86B9F648D3}"/>
                </a:ext>
              </a:extLst>
            </p:cNvPr>
            <p:cNvSpPr/>
            <p:nvPr/>
          </p:nvSpPr>
          <p:spPr>
            <a:xfrm>
              <a:off x="7893289" y="38733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060EAC98-B097-4FED-BC56-7D677454512C}"/>
                </a:ext>
              </a:extLst>
            </p:cNvPr>
            <p:cNvSpPr/>
            <p:nvPr/>
          </p:nvSpPr>
          <p:spPr>
            <a:xfrm>
              <a:off x="7893289" y="41808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C0CEFFD0-3095-4E78-AE52-0A94D9C02972}"/>
                </a:ext>
              </a:extLst>
            </p:cNvPr>
            <p:cNvSpPr/>
            <p:nvPr/>
          </p:nvSpPr>
          <p:spPr>
            <a:xfrm>
              <a:off x="7893289" y="44883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535D8807-0FDE-47E1-BD3A-81DDC516058C}"/>
                </a:ext>
              </a:extLst>
            </p:cNvPr>
            <p:cNvSpPr/>
            <p:nvPr/>
          </p:nvSpPr>
          <p:spPr>
            <a:xfrm>
              <a:off x="7893289" y="47958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F4C5A36A-2744-41EF-99C1-BC09BD090FD3}"/>
                </a:ext>
              </a:extLst>
            </p:cNvPr>
            <p:cNvSpPr/>
            <p:nvPr/>
          </p:nvSpPr>
          <p:spPr>
            <a:xfrm>
              <a:off x="7893289" y="51033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A9692CF7-B77F-441F-A761-91BF4A4D3868}"/>
                </a:ext>
              </a:extLst>
            </p:cNvPr>
            <p:cNvSpPr/>
            <p:nvPr/>
          </p:nvSpPr>
          <p:spPr>
            <a:xfrm>
              <a:off x="1906867" y="52961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CDF3EDB2-1BCE-4073-AC43-9D622058B30A}"/>
                </a:ext>
              </a:extLst>
            </p:cNvPr>
            <p:cNvSpPr/>
            <p:nvPr/>
          </p:nvSpPr>
          <p:spPr>
            <a:xfrm>
              <a:off x="1906867" y="83853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A81D7205-2A22-4692-8FD8-030709D8E1DE}"/>
                </a:ext>
              </a:extLst>
            </p:cNvPr>
            <p:cNvSpPr/>
            <p:nvPr/>
          </p:nvSpPr>
          <p:spPr>
            <a:xfrm>
              <a:off x="1906867" y="114744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AAD90604-A082-4C88-A167-4401B0569585}"/>
                </a:ext>
              </a:extLst>
            </p:cNvPr>
            <p:cNvSpPr/>
            <p:nvPr/>
          </p:nvSpPr>
          <p:spPr>
            <a:xfrm>
              <a:off x="1906867" y="145635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A0803206-EAC0-45EE-B5D6-5A437D939A01}"/>
                </a:ext>
              </a:extLst>
            </p:cNvPr>
            <p:cNvSpPr/>
            <p:nvPr/>
          </p:nvSpPr>
          <p:spPr>
            <a:xfrm>
              <a:off x="1906867" y="176527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42D71D1B-98EC-43AB-BAE2-77650AEDB21A}"/>
                </a:ext>
              </a:extLst>
            </p:cNvPr>
            <p:cNvSpPr/>
            <p:nvPr/>
          </p:nvSpPr>
          <p:spPr>
            <a:xfrm>
              <a:off x="1906867" y="207418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82" name="Rechteck 81">
              <a:extLst>
                <a:ext uri="{FF2B5EF4-FFF2-40B4-BE49-F238E27FC236}">
                  <a16:creationId xmlns:a16="http://schemas.microsoft.com/office/drawing/2014/main" id="{8DE2D5E4-D552-411C-9395-84895EA50125}"/>
                </a:ext>
              </a:extLst>
            </p:cNvPr>
            <p:cNvSpPr/>
            <p:nvPr/>
          </p:nvSpPr>
          <p:spPr>
            <a:xfrm>
              <a:off x="1906867" y="238310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2AEC8FAC-EB66-476E-B591-BFB2F6F73757}"/>
                </a:ext>
              </a:extLst>
            </p:cNvPr>
            <p:cNvSpPr/>
            <p:nvPr/>
          </p:nvSpPr>
          <p:spPr>
            <a:xfrm>
              <a:off x="1906867" y="26920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84" name="Rechteck 83">
              <a:extLst>
                <a:ext uri="{FF2B5EF4-FFF2-40B4-BE49-F238E27FC236}">
                  <a16:creationId xmlns:a16="http://schemas.microsoft.com/office/drawing/2014/main" id="{3CFB6023-0709-4EEA-B520-C654ABA12DC6}"/>
                </a:ext>
              </a:extLst>
            </p:cNvPr>
            <p:cNvSpPr/>
            <p:nvPr/>
          </p:nvSpPr>
          <p:spPr>
            <a:xfrm>
              <a:off x="1906867" y="30009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905219F1-AC2B-4A57-A156-E4AE9897D6E4}"/>
                </a:ext>
              </a:extLst>
            </p:cNvPr>
            <p:cNvSpPr/>
            <p:nvPr/>
          </p:nvSpPr>
          <p:spPr>
            <a:xfrm>
              <a:off x="1906867" y="330984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86" name="Rechteck 85">
              <a:extLst>
                <a:ext uri="{FF2B5EF4-FFF2-40B4-BE49-F238E27FC236}">
                  <a16:creationId xmlns:a16="http://schemas.microsoft.com/office/drawing/2014/main" id="{D6F2FAF4-F9E6-4A07-B47C-C12EB6226D3D}"/>
                </a:ext>
              </a:extLst>
            </p:cNvPr>
            <p:cNvSpPr/>
            <p:nvPr/>
          </p:nvSpPr>
          <p:spPr>
            <a:xfrm>
              <a:off x="1906867" y="361875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7274F527-EFA8-45DD-BCDE-2263C511395F}"/>
                </a:ext>
              </a:extLst>
            </p:cNvPr>
            <p:cNvSpPr/>
            <p:nvPr/>
          </p:nvSpPr>
          <p:spPr>
            <a:xfrm>
              <a:off x="1906867" y="39276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88" name="Rechteck 87">
              <a:extLst>
                <a:ext uri="{FF2B5EF4-FFF2-40B4-BE49-F238E27FC236}">
                  <a16:creationId xmlns:a16="http://schemas.microsoft.com/office/drawing/2014/main" id="{24B83C2F-4EE2-47E7-BD14-1DE0616FB7E4}"/>
                </a:ext>
              </a:extLst>
            </p:cNvPr>
            <p:cNvSpPr/>
            <p:nvPr/>
          </p:nvSpPr>
          <p:spPr>
            <a:xfrm>
              <a:off x="1906867" y="423658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847FC5F9-4A39-484F-9CB2-B2BFBFAD8424}"/>
                </a:ext>
              </a:extLst>
            </p:cNvPr>
            <p:cNvSpPr/>
            <p:nvPr/>
          </p:nvSpPr>
          <p:spPr>
            <a:xfrm>
              <a:off x="1906867" y="454549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80C62ED6-30D0-4CC0-B55B-68CA51BFA433}"/>
                </a:ext>
              </a:extLst>
            </p:cNvPr>
            <p:cNvSpPr/>
            <p:nvPr/>
          </p:nvSpPr>
          <p:spPr>
            <a:xfrm>
              <a:off x="1906867" y="485441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91" name="Rechteck 90">
              <a:extLst>
                <a:ext uri="{FF2B5EF4-FFF2-40B4-BE49-F238E27FC236}">
                  <a16:creationId xmlns:a16="http://schemas.microsoft.com/office/drawing/2014/main" id="{D136402E-612E-46CD-A8CB-D2CE92DFDD89}"/>
                </a:ext>
              </a:extLst>
            </p:cNvPr>
            <p:cNvSpPr/>
            <p:nvPr/>
          </p:nvSpPr>
          <p:spPr>
            <a:xfrm>
              <a:off x="1906867" y="51633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011F2F09-00BB-410B-8D9A-48E22426D313}"/>
                </a:ext>
              </a:extLst>
            </p:cNvPr>
            <p:cNvSpPr/>
            <p:nvPr/>
          </p:nvSpPr>
          <p:spPr>
            <a:xfrm>
              <a:off x="7893289" y="541090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C4F694DE-7B9D-4643-B9E9-96CB97C0177F}"/>
                </a:ext>
              </a:extLst>
            </p:cNvPr>
            <p:cNvSpPr/>
            <p:nvPr/>
          </p:nvSpPr>
          <p:spPr>
            <a:xfrm>
              <a:off x="7893289" y="5718412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D7F41CC8-39B2-4690-95C0-8926AB123D63}"/>
                </a:ext>
              </a:extLst>
            </p:cNvPr>
            <p:cNvSpPr/>
            <p:nvPr/>
          </p:nvSpPr>
          <p:spPr>
            <a:xfrm>
              <a:off x="7893289" y="60259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95" name="Rechteck 94">
              <a:extLst>
                <a:ext uri="{FF2B5EF4-FFF2-40B4-BE49-F238E27FC236}">
                  <a16:creationId xmlns:a16="http://schemas.microsoft.com/office/drawing/2014/main" id="{CBB46278-AA6F-467F-AD2B-4A9A8509CED0}"/>
                </a:ext>
              </a:extLst>
            </p:cNvPr>
            <p:cNvSpPr/>
            <p:nvPr/>
          </p:nvSpPr>
          <p:spPr>
            <a:xfrm>
              <a:off x="1906867" y="547224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809D24AD-B1AC-4D06-AE07-41E0900985A5}"/>
                </a:ext>
              </a:extLst>
            </p:cNvPr>
            <p:cNvSpPr/>
            <p:nvPr/>
          </p:nvSpPr>
          <p:spPr>
            <a:xfrm>
              <a:off x="1906867" y="578115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7" name="Rechteck 96">
              <a:extLst>
                <a:ext uri="{FF2B5EF4-FFF2-40B4-BE49-F238E27FC236}">
                  <a16:creationId xmlns:a16="http://schemas.microsoft.com/office/drawing/2014/main" id="{71DC9D07-8515-460B-9412-7C6CC515A3AF}"/>
                </a:ext>
              </a:extLst>
            </p:cNvPr>
            <p:cNvSpPr/>
            <p:nvPr/>
          </p:nvSpPr>
          <p:spPr>
            <a:xfrm>
              <a:off x="1906867" y="609006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</p:grpSp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3FE15402-7D78-4DD2-8A77-F9B8BD722B6C}"/>
              </a:ext>
            </a:extLst>
          </p:cNvPr>
          <p:cNvGrpSpPr/>
          <p:nvPr/>
        </p:nvGrpSpPr>
        <p:grpSpPr>
          <a:xfrm>
            <a:off x="8086016" y="221687"/>
            <a:ext cx="1859284" cy="1792295"/>
            <a:chOff x="8933185" y="913622"/>
            <a:chExt cx="1859284" cy="1792295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793ACC93-D374-4780-B86A-E961036A7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800000">
              <a:off x="9087568" y="913622"/>
              <a:ext cx="1542208" cy="1792295"/>
            </a:xfrm>
            <a:prstGeom prst="rect">
              <a:avLst/>
            </a:prstGeom>
          </p:spPr>
        </p:pic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9A5B273A-1D12-4727-9934-33FAB3CF71E8}"/>
                </a:ext>
              </a:extLst>
            </p:cNvPr>
            <p:cNvSpPr/>
            <p:nvPr/>
          </p:nvSpPr>
          <p:spPr>
            <a:xfrm>
              <a:off x="8933185" y="10486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984A9B7F-2A3C-4CBB-812D-62AEA47C8108}"/>
                </a:ext>
              </a:extLst>
            </p:cNvPr>
            <p:cNvSpPr/>
            <p:nvPr/>
          </p:nvSpPr>
          <p:spPr>
            <a:xfrm>
              <a:off x="8933185" y="133951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705CCA28-F9EB-444E-A152-C6B0685A9E95}"/>
                </a:ext>
              </a:extLst>
            </p:cNvPr>
            <p:cNvSpPr/>
            <p:nvPr/>
          </p:nvSpPr>
          <p:spPr>
            <a:xfrm>
              <a:off x="8933185" y="163039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D8C8FED3-D338-4412-A6B5-E11446B57DD9}"/>
                </a:ext>
              </a:extLst>
            </p:cNvPr>
            <p:cNvSpPr/>
            <p:nvPr/>
          </p:nvSpPr>
          <p:spPr>
            <a:xfrm>
              <a:off x="8933185" y="19212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E3C3C5A2-C464-4CCF-9CEE-A12516A1348E}"/>
                </a:ext>
              </a:extLst>
            </p:cNvPr>
            <p:cNvSpPr/>
            <p:nvPr/>
          </p:nvSpPr>
          <p:spPr>
            <a:xfrm>
              <a:off x="10640069" y="9914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A1BB24CC-CD67-47B8-9A1E-31113835B9E7}"/>
                </a:ext>
              </a:extLst>
            </p:cNvPr>
            <p:cNvSpPr/>
            <p:nvPr/>
          </p:nvSpPr>
          <p:spPr>
            <a:xfrm>
              <a:off x="10640069" y="128237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" name="Rechteck 103">
              <a:extLst>
                <a:ext uri="{FF2B5EF4-FFF2-40B4-BE49-F238E27FC236}">
                  <a16:creationId xmlns:a16="http://schemas.microsoft.com/office/drawing/2014/main" id="{116A9F24-A390-4354-9A3F-636E7BEB7598}"/>
                </a:ext>
              </a:extLst>
            </p:cNvPr>
            <p:cNvSpPr/>
            <p:nvPr/>
          </p:nvSpPr>
          <p:spPr>
            <a:xfrm>
              <a:off x="10640069" y="157325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9AA00780-4C1A-4AB6-90B0-C67B9104001F}"/>
                </a:ext>
              </a:extLst>
            </p:cNvPr>
            <p:cNvSpPr/>
            <p:nvPr/>
          </p:nvSpPr>
          <p:spPr>
            <a:xfrm>
              <a:off x="10640069" y="186413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08" name="Verbinder: gewinkelt 107">
            <a:extLst>
              <a:ext uri="{FF2B5EF4-FFF2-40B4-BE49-F238E27FC236}">
                <a16:creationId xmlns:a16="http://schemas.microsoft.com/office/drawing/2014/main" id="{DAB1D2DF-5267-4189-B9A5-04CEABFE5562}"/>
              </a:ext>
            </a:extLst>
          </p:cNvPr>
          <p:cNvCxnSpPr>
            <a:cxnSpLocks/>
            <a:stCxn id="65" idx="3"/>
            <a:endCxn id="99" idx="1"/>
          </p:cNvCxnSpPr>
          <p:nvPr/>
        </p:nvCxnSpPr>
        <p:spPr>
          <a:xfrm flipV="1">
            <a:off x="7109584" y="704710"/>
            <a:ext cx="976432" cy="1424637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Verbinder: gewinkelt 109">
            <a:extLst>
              <a:ext uri="{FF2B5EF4-FFF2-40B4-BE49-F238E27FC236}">
                <a16:creationId xmlns:a16="http://schemas.microsoft.com/office/drawing/2014/main" id="{4D80E90B-7C7A-422B-A6D2-66C04449E799}"/>
              </a:ext>
            </a:extLst>
          </p:cNvPr>
          <p:cNvCxnSpPr>
            <a:cxnSpLocks/>
            <a:stCxn id="62" idx="3"/>
            <a:endCxn id="98" idx="1"/>
          </p:cNvCxnSpPr>
          <p:nvPr/>
        </p:nvCxnSpPr>
        <p:spPr>
          <a:xfrm flipV="1">
            <a:off x="7109584" y="413829"/>
            <a:ext cx="976432" cy="91422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895715F3-7DDC-4F6B-A26B-56F72246C429}"/>
              </a:ext>
            </a:extLst>
          </p:cNvPr>
          <p:cNvCxnSpPr>
            <a:cxnSpLocks/>
            <a:stCxn id="49" idx="0"/>
            <a:endCxn id="103" idx="3"/>
          </p:cNvCxnSpPr>
          <p:nvPr/>
        </p:nvCxnSpPr>
        <p:spPr>
          <a:xfrm flipH="1">
            <a:off x="9945300" y="526219"/>
            <a:ext cx="1195459" cy="121356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Verbinder: gewinkelt 114">
            <a:extLst>
              <a:ext uri="{FF2B5EF4-FFF2-40B4-BE49-F238E27FC236}">
                <a16:creationId xmlns:a16="http://schemas.microsoft.com/office/drawing/2014/main" id="{B434023F-2DEC-4258-BAF1-55DB877C7BD9}"/>
              </a:ext>
            </a:extLst>
          </p:cNvPr>
          <p:cNvCxnSpPr>
            <a:cxnSpLocks/>
            <a:stCxn id="50" idx="0"/>
            <a:endCxn id="102" idx="3"/>
          </p:cNvCxnSpPr>
          <p:nvPr/>
        </p:nvCxnSpPr>
        <p:spPr>
          <a:xfrm flipH="1">
            <a:off x="9945300" y="308335"/>
            <a:ext cx="1195459" cy="4835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Verbinder: gewinkelt 118">
            <a:extLst>
              <a:ext uri="{FF2B5EF4-FFF2-40B4-BE49-F238E27FC236}">
                <a16:creationId xmlns:a16="http://schemas.microsoft.com/office/drawing/2014/main" id="{B68BF00B-FFE0-4176-AD76-3D4EBF3CB295}"/>
              </a:ext>
            </a:extLst>
          </p:cNvPr>
          <p:cNvCxnSpPr>
            <a:cxnSpLocks/>
            <a:stCxn id="52" idx="2"/>
            <a:endCxn id="123" idx="1"/>
          </p:cNvCxnSpPr>
          <p:nvPr/>
        </p:nvCxnSpPr>
        <p:spPr>
          <a:xfrm flipV="1">
            <a:off x="11255029" y="961925"/>
            <a:ext cx="669383" cy="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0788EC16-BC92-4689-807A-7F6DC5F4501E}"/>
              </a:ext>
            </a:extLst>
          </p:cNvPr>
          <p:cNvCxnSpPr/>
          <p:nvPr/>
        </p:nvCxnSpPr>
        <p:spPr>
          <a:xfrm flipH="1">
            <a:off x="11995058" y="138834"/>
            <a:ext cx="0" cy="6558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hteck 122">
            <a:extLst>
              <a:ext uri="{FF2B5EF4-FFF2-40B4-BE49-F238E27FC236}">
                <a16:creationId xmlns:a16="http://schemas.microsoft.com/office/drawing/2014/main" id="{56EC8F30-7836-4D95-AFD4-94B7CCE16084}"/>
              </a:ext>
            </a:extLst>
          </p:cNvPr>
          <p:cNvSpPr/>
          <p:nvPr/>
        </p:nvSpPr>
        <p:spPr>
          <a:xfrm>
            <a:off x="11924412" y="904790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6" name="Gerader Verbinder 125">
            <a:extLst>
              <a:ext uri="{FF2B5EF4-FFF2-40B4-BE49-F238E27FC236}">
                <a16:creationId xmlns:a16="http://schemas.microsoft.com/office/drawing/2014/main" id="{52BFC72C-6638-41D7-966A-9B6FF78EB598}"/>
              </a:ext>
            </a:extLst>
          </p:cNvPr>
          <p:cNvCxnSpPr>
            <a:cxnSpLocks/>
          </p:cNvCxnSpPr>
          <p:nvPr/>
        </p:nvCxnSpPr>
        <p:spPr>
          <a:xfrm flipH="1">
            <a:off x="11753850" y="138834"/>
            <a:ext cx="0" cy="655854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hteck 127">
            <a:extLst>
              <a:ext uri="{FF2B5EF4-FFF2-40B4-BE49-F238E27FC236}">
                <a16:creationId xmlns:a16="http://schemas.microsoft.com/office/drawing/2014/main" id="{842EE8B7-C269-4177-8A73-C6BDE0D1D6A8}"/>
              </a:ext>
            </a:extLst>
          </p:cNvPr>
          <p:cNvSpPr/>
          <p:nvPr/>
        </p:nvSpPr>
        <p:spPr>
          <a:xfrm>
            <a:off x="11686543" y="692411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0" name="Verbinder: gewinkelt 129">
            <a:extLst>
              <a:ext uri="{FF2B5EF4-FFF2-40B4-BE49-F238E27FC236}">
                <a16:creationId xmlns:a16="http://schemas.microsoft.com/office/drawing/2014/main" id="{A0720F7D-92D1-44CE-A13D-596D3C375751}"/>
              </a:ext>
            </a:extLst>
          </p:cNvPr>
          <p:cNvCxnSpPr>
            <a:cxnSpLocks/>
            <a:stCxn id="48" idx="2"/>
            <a:endCxn id="128" idx="1"/>
          </p:cNvCxnSpPr>
          <p:nvPr/>
        </p:nvCxnSpPr>
        <p:spPr>
          <a:xfrm>
            <a:off x="11255029" y="744103"/>
            <a:ext cx="431514" cy="544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Verbinder: gewinkelt 131">
            <a:extLst>
              <a:ext uri="{FF2B5EF4-FFF2-40B4-BE49-F238E27FC236}">
                <a16:creationId xmlns:a16="http://schemas.microsoft.com/office/drawing/2014/main" id="{AC2EEA90-6F1E-4F1A-9E34-8B080B0C21BA}"/>
              </a:ext>
            </a:extLst>
          </p:cNvPr>
          <p:cNvCxnSpPr>
            <a:stCxn id="52" idx="0"/>
            <a:endCxn id="105" idx="3"/>
          </p:cNvCxnSpPr>
          <p:nvPr/>
        </p:nvCxnSpPr>
        <p:spPr>
          <a:xfrm flipH="1">
            <a:off x="9945300" y="961987"/>
            <a:ext cx="1195459" cy="267349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Verbinder: gewinkelt 133">
            <a:extLst>
              <a:ext uri="{FF2B5EF4-FFF2-40B4-BE49-F238E27FC236}">
                <a16:creationId xmlns:a16="http://schemas.microsoft.com/office/drawing/2014/main" id="{8AC220D5-D35F-4EA9-9A20-65096CD89476}"/>
              </a:ext>
            </a:extLst>
          </p:cNvPr>
          <p:cNvCxnSpPr>
            <a:stCxn id="48" idx="0"/>
            <a:endCxn id="104" idx="0"/>
          </p:cNvCxnSpPr>
          <p:nvPr/>
        </p:nvCxnSpPr>
        <p:spPr>
          <a:xfrm flipH="1">
            <a:off x="9869100" y="744103"/>
            <a:ext cx="1271659" cy="137218"/>
          </a:xfrm>
          <a:prstGeom prst="straightConnector1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Verbinder: gewinkelt 136">
            <a:extLst>
              <a:ext uri="{FF2B5EF4-FFF2-40B4-BE49-F238E27FC236}">
                <a16:creationId xmlns:a16="http://schemas.microsoft.com/office/drawing/2014/main" id="{02C9B629-B275-4418-835E-AEC4E9C17C38}"/>
              </a:ext>
            </a:extLst>
          </p:cNvPr>
          <p:cNvCxnSpPr>
            <a:cxnSpLocks/>
            <a:stCxn id="140" idx="1"/>
            <a:endCxn id="34" idx="2"/>
          </p:cNvCxnSpPr>
          <p:nvPr/>
        </p:nvCxnSpPr>
        <p:spPr>
          <a:xfrm rot="10800000">
            <a:off x="8422557" y="3512191"/>
            <a:ext cx="3264046" cy="220837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hteck 137">
            <a:extLst>
              <a:ext uri="{FF2B5EF4-FFF2-40B4-BE49-F238E27FC236}">
                <a16:creationId xmlns:a16="http://schemas.microsoft.com/office/drawing/2014/main" id="{BB1FAC68-FBC6-4D90-A536-EDB9E4824E8C}"/>
              </a:ext>
            </a:extLst>
          </p:cNvPr>
          <p:cNvSpPr/>
          <p:nvPr/>
        </p:nvSpPr>
        <p:spPr>
          <a:xfrm>
            <a:off x="11915775" y="2120038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C5B440F4-2EBF-44E3-AF3A-AA19EFB70B45}"/>
              </a:ext>
            </a:extLst>
          </p:cNvPr>
          <p:cNvSpPr/>
          <p:nvPr/>
        </p:nvSpPr>
        <p:spPr>
          <a:xfrm>
            <a:off x="11686603" y="3675892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2" name="Verbinder: gewinkelt 141">
            <a:extLst>
              <a:ext uri="{FF2B5EF4-FFF2-40B4-BE49-F238E27FC236}">
                <a16:creationId xmlns:a16="http://schemas.microsoft.com/office/drawing/2014/main" id="{A536ED74-D4C2-496B-840C-BCDBD68BDE3A}"/>
              </a:ext>
            </a:extLst>
          </p:cNvPr>
          <p:cNvCxnSpPr>
            <a:cxnSpLocks/>
            <a:stCxn id="138" idx="1"/>
            <a:endCxn id="29" idx="0"/>
          </p:cNvCxnSpPr>
          <p:nvPr/>
        </p:nvCxnSpPr>
        <p:spPr>
          <a:xfrm rot="10800000" flipV="1">
            <a:off x="8422557" y="2177172"/>
            <a:ext cx="3493218" cy="382547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Verbinder: gewinkelt 143">
            <a:extLst>
              <a:ext uri="{FF2B5EF4-FFF2-40B4-BE49-F238E27FC236}">
                <a16:creationId xmlns:a16="http://schemas.microsoft.com/office/drawing/2014/main" id="{06D6D4ED-0410-420E-8924-E025E1A41D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7109584" y="3197739"/>
            <a:ext cx="1236773" cy="89676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6EBBD11D-ECA3-4DEA-B67E-A00BFB05C34C}"/>
              </a:ext>
            </a:extLst>
          </p:cNvPr>
          <p:cNvCxnSpPr>
            <a:cxnSpLocks/>
            <a:stCxn id="67" idx="3"/>
            <a:endCxn id="30" idx="1"/>
          </p:cNvCxnSpPr>
          <p:nvPr/>
        </p:nvCxnSpPr>
        <p:spPr>
          <a:xfrm>
            <a:off x="7109584" y="2663543"/>
            <a:ext cx="1236773" cy="12095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Verbinder: gewinkelt 148">
            <a:extLst>
              <a:ext uri="{FF2B5EF4-FFF2-40B4-BE49-F238E27FC236}">
                <a16:creationId xmlns:a16="http://schemas.microsoft.com/office/drawing/2014/main" id="{5EBCDC65-09C3-451F-999A-3AAA0E0D0188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7109584" y="1060955"/>
            <a:ext cx="1236773" cy="2058820"/>
          </a:xfrm>
          <a:prstGeom prst="bentConnector3">
            <a:avLst>
              <a:gd name="adj1" fmla="val 50000"/>
            </a:avLst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Verbinder: gewinkelt 150">
            <a:extLst>
              <a:ext uri="{FF2B5EF4-FFF2-40B4-BE49-F238E27FC236}">
                <a16:creationId xmlns:a16="http://schemas.microsoft.com/office/drawing/2014/main" id="{113D21C6-7BE2-4830-98C1-B72A2F85D1BD}"/>
              </a:ext>
            </a:extLst>
          </p:cNvPr>
          <p:cNvCxnSpPr>
            <a:cxnSpLocks/>
            <a:stCxn id="68" idx="3"/>
            <a:endCxn id="31" idx="1"/>
          </p:cNvCxnSpPr>
          <p:nvPr/>
        </p:nvCxnSpPr>
        <p:spPr>
          <a:xfrm>
            <a:off x="7109584" y="2930641"/>
            <a:ext cx="1236773" cy="2149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B3470574-A090-4FDB-B098-BF381E46028F}"/>
              </a:ext>
            </a:extLst>
          </p:cNvPr>
          <p:cNvCxnSpPr>
            <a:cxnSpLocks/>
            <a:stCxn id="101" idx="2"/>
            <a:endCxn id="105" idx="2"/>
          </p:cNvCxnSpPr>
          <p:nvPr/>
        </p:nvCxnSpPr>
        <p:spPr>
          <a:xfrm rot="5400000" flipH="1" flipV="1">
            <a:off x="8987090" y="461597"/>
            <a:ext cx="57135" cy="1706884"/>
          </a:xfrm>
          <a:prstGeom prst="bentConnector3">
            <a:avLst>
              <a:gd name="adj1" fmla="val -12670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Verbinder: gewinkelt 163">
            <a:extLst>
              <a:ext uri="{FF2B5EF4-FFF2-40B4-BE49-F238E27FC236}">
                <a16:creationId xmlns:a16="http://schemas.microsoft.com/office/drawing/2014/main" id="{9D2EBC8A-9F70-4B38-9E69-1192D0C6CB2F}"/>
              </a:ext>
            </a:extLst>
          </p:cNvPr>
          <p:cNvCxnSpPr>
            <a:cxnSpLocks/>
            <a:stCxn id="60" idx="0"/>
            <a:endCxn id="165" idx="1"/>
          </p:cNvCxnSpPr>
          <p:nvPr/>
        </p:nvCxnSpPr>
        <p:spPr>
          <a:xfrm rot="5400000" flipH="1" flipV="1">
            <a:off x="9137985" y="-2024034"/>
            <a:ext cx="677580" cy="485894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hteck 164">
            <a:extLst>
              <a:ext uri="{FF2B5EF4-FFF2-40B4-BE49-F238E27FC236}">
                <a16:creationId xmlns:a16="http://schemas.microsoft.com/office/drawing/2014/main" id="{75152361-9405-422E-8D26-4E3BB77DC20E}"/>
              </a:ext>
            </a:extLst>
          </p:cNvPr>
          <p:cNvSpPr/>
          <p:nvPr/>
        </p:nvSpPr>
        <p:spPr>
          <a:xfrm>
            <a:off x="11906250" y="9515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9" name="Verbinder: gewinkelt 168">
            <a:extLst>
              <a:ext uri="{FF2B5EF4-FFF2-40B4-BE49-F238E27FC236}">
                <a16:creationId xmlns:a16="http://schemas.microsoft.com/office/drawing/2014/main" id="{F7C1BA12-F20B-421A-A0D2-828D4631F10F}"/>
              </a:ext>
            </a:extLst>
          </p:cNvPr>
          <p:cNvCxnSpPr>
            <a:cxnSpLocks/>
            <a:stCxn id="76" idx="0"/>
            <a:endCxn id="100" idx="1"/>
          </p:cNvCxnSpPr>
          <p:nvPr/>
        </p:nvCxnSpPr>
        <p:spPr>
          <a:xfrm rot="16200000" flipH="1">
            <a:off x="5011296" y="-2079128"/>
            <a:ext cx="217597" cy="5931841"/>
          </a:xfrm>
          <a:prstGeom prst="bentConnector4">
            <a:avLst>
              <a:gd name="adj1" fmla="val -284529"/>
              <a:gd name="adj2" fmla="val 78465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824C1C50-F27F-4BC7-9602-1F6990ED0F9D}"/>
              </a:ext>
            </a:extLst>
          </p:cNvPr>
          <p:cNvCxnSpPr>
            <a:cxnSpLocks/>
            <a:stCxn id="78" idx="1"/>
            <a:endCxn id="22" idx="2"/>
          </p:cNvCxnSpPr>
          <p:nvPr/>
        </p:nvCxnSpPr>
        <p:spPr>
          <a:xfrm rot="10800000">
            <a:off x="439361" y="1036918"/>
            <a:ext cx="1652531" cy="327338"/>
          </a:xfrm>
          <a:prstGeom prst="bentConnector3">
            <a:avLst>
              <a:gd name="adj1" fmla="val 425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Verbinder: gewinkelt 175">
            <a:extLst>
              <a:ext uri="{FF2B5EF4-FFF2-40B4-BE49-F238E27FC236}">
                <a16:creationId xmlns:a16="http://schemas.microsoft.com/office/drawing/2014/main" id="{13E1C770-D563-4DD8-A3A2-B29E6FE9455C}"/>
              </a:ext>
            </a:extLst>
          </p:cNvPr>
          <p:cNvCxnSpPr>
            <a:cxnSpLocks/>
            <a:stCxn id="79" idx="1"/>
            <a:endCxn id="21" idx="2"/>
          </p:cNvCxnSpPr>
          <p:nvPr/>
        </p:nvCxnSpPr>
        <p:spPr>
          <a:xfrm rot="10800000">
            <a:off x="439361" y="1254804"/>
            <a:ext cx="1652531" cy="37777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Verbinder: gewinkelt 178">
            <a:extLst>
              <a:ext uri="{FF2B5EF4-FFF2-40B4-BE49-F238E27FC236}">
                <a16:creationId xmlns:a16="http://schemas.microsoft.com/office/drawing/2014/main" id="{C8247A1F-85FF-426A-97D8-1D552388174F}"/>
              </a:ext>
            </a:extLst>
          </p:cNvPr>
          <p:cNvCxnSpPr>
            <a:cxnSpLocks/>
            <a:stCxn id="82" idx="3"/>
            <a:endCxn id="20" idx="2"/>
          </p:cNvCxnSpPr>
          <p:nvPr/>
        </p:nvCxnSpPr>
        <p:spPr>
          <a:xfrm flipH="1" flipV="1">
            <a:off x="439360" y="1472688"/>
            <a:ext cx="1777098" cy="964838"/>
          </a:xfrm>
          <a:prstGeom prst="bentConnector3">
            <a:avLst>
              <a:gd name="adj1" fmla="val -482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EC3F2EA7-F2F2-47AB-803B-92FBBFA0100D}"/>
              </a:ext>
            </a:extLst>
          </p:cNvPr>
          <p:cNvCxnSpPr>
            <a:cxnSpLocks/>
            <a:stCxn id="80" idx="1"/>
            <a:endCxn id="14" idx="2"/>
          </p:cNvCxnSpPr>
          <p:nvPr/>
        </p:nvCxnSpPr>
        <p:spPr>
          <a:xfrm rot="10800000" flipV="1">
            <a:off x="439359" y="1900890"/>
            <a:ext cx="1652533" cy="665395"/>
          </a:xfrm>
          <a:prstGeom prst="bentConnector3">
            <a:avLst>
              <a:gd name="adj1" fmla="val 6152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Verbinder: gewinkelt 182">
            <a:extLst>
              <a:ext uri="{FF2B5EF4-FFF2-40B4-BE49-F238E27FC236}">
                <a16:creationId xmlns:a16="http://schemas.microsoft.com/office/drawing/2014/main" id="{19AF5B4C-7796-4891-8769-E0CA24057839}"/>
              </a:ext>
            </a:extLst>
          </p:cNvPr>
          <p:cNvCxnSpPr>
            <a:cxnSpLocks/>
            <a:stCxn id="81" idx="1"/>
            <a:endCxn id="13" idx="2"/>
          </p:cNvCxnSpPr>
          <p:nvPr/>
        </p:nvCxnSpPr>
        <p:spPr>
          <a:xfrm rot="10800000" flipV="1">
            <a:off x="439359" y="2169208"/>
            <a:ext cx="1652533" cy="614963"/>
          </a:xfrm>
          <a:prstGeom prst="bentConnector3">
            <a:avLst>
              <a:gd name="adj1" fmla="val 5230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4F8E8E66-6F99-4490-A5A2-06A5AFD5080F}"/>
              </a:ext>
            </a:extLst>
          </p:cNvPr>
          <p:cNvCxnSpPr>
            <a:cxnSpLocks/>
            <a:stCxn id="83" idx="1"/>
            <a:endCxn id="12" idx="2"/>
          </p:cNvCxnSpPr>
          <p:nvPr/>
        </p:nvCxnSpPr>
        <p:spPr>
          <a:xfrm rot="10800000" flipV="1">
            <a:off x="439359" y="2705844"/>
            <a:ext cx="1652533" cy="296212"/>
          </a:xfrm>
          <a:prstGeom prst="bentConnector3">
            <a:avLst>
              <a:gd name="adj1" fmla="val 4423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hteck 187">
            <a:extLst>
              <a:ext uri="{FF2B5EF4-FFF2-40B4-BE49-F238E27FC236}">
                <a16:creationId xmlns:a16="http://schemas.microsoft.com/office/drawing/2014/main" id="{6B1D1A77-7CD8-411A-8A32-7F401D297C13}"/>
              </a:ext>
            </a:extLst>
          </p:cNvPr>
          <p:cNvSpPr/>
          <p:nvPr/>
        </p:nvSpPr>
        <p:spPr>
          <a:xfrm>
            <a:off x="11677649" y="5606845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9" name="Rechteck 188">
            <a:extLst>
              <a:ext uri="{FF2B5EF4-FFF2-40B4-BE49-F238E27FC236}">
                <a16:creationId xmlns:a16="http://schemas.microsoft.com/office/drawing/2014/main" id="{A671618B-60A5-4D9C-AE49-E63FDA363FDB}"/>
              </a:ext>
            </a:extLst>
          </p:cNvPr>
          <p:cNvSpPr/>
          <p:nvPr/>
        </p:nvSpPr>
        <p:spPr>
          <a:xfrm>
            <a:off x="11916225" y="5849732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8940D75B-79BB-4E29-92C1-98D2E87E1FB1}"/>
              </a:ext>
            </a:extLst>
          </p:cNvPr>
          <p:cNvCxnSpPr>
            <a:stCxn id="7" idx="2"/>
            <a:endCxn id="188" idx="1"/>
          </p:cNvCxnSpPr>
          <p:nvPr/>
        </p:nvCxnSpPr>
        <p:spPr>
          <a:xfrm>
            <a:off x="8511373" y="5663965"/>
            <a:ext cx="3166276" cy="1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E747D27-F2DB-4F23-B75F-C3773C977332}"/>
              </a:ext>
            </a:extLst>
          </p:cNvPr>
          <p:cNvCxnSpPr>
            <a:stCxn id="189" idx="1"/>
            <a:endCxn id="6" idx="2"/>
          </p:cNvCxnSpPr>
          <p:nvPr/>
        </p:nvCxnSpPr>
        <p:spPr>
          <a:xfrm flipH="1" flipV="1">
            <a:off x="8511373" y="5906852"/>
            <a:ext cx="3404852" cy="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8812DEC6-9B13-4379-9AAE-2B7D15A09101}"/>
              </a:ext>
            </a:extLst>
          </p:cNvPr>
          <p:cNvCxnSpPr>
            <a:cxnSpLocks/>
            <a:stCxn id="90" idx="1"/>
            <a:endCxn id="203" idx="1"/>
          </p:cNvCxnSpPr>
          <p:nvPr/>
        </p:nvCxnSpPr>
        <p:spPr>
          <a:xfrm rot="10800000" flipH="1" flipV="1">
            <a:off x="2091891" y="4584066"/>
            <a:ext cx="6110826" cy="1728670"/>
          </a:xfrm>
          <a:prstGeom prst="bentConnector3">
            <a:avLst>
              <a:gd name="adj1" fmla="val -374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Rechteck 202">
            <a:extLst>
              <a:ext uri="{FF2B5EF4-FFF2-40B4-BE49-F238E27FC236}">
                <a16:creationId xmlns:a16="http://schemas.microsoft.com/office/drawing/2014/main" id="{AED3AD04-2FF8-4E5C-AA57-9F34C2CB007B}"/>
              </a:ext>
            </a:extLst>
          </p:cNvPr>
          <p:cNvSpPr/>
          <p:nvPr/>
        </p:nvSpPr>
        <p:spPr>
          <a:xfrm>
            <a:off x="8202717" y="6255326"/>
            <a:ext cx="107941" cy="1148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" name="Verbinder: gewinkelt 205">
            <a:extLst>
              <a:ext uri="{FF2B5EF4-FFF2-40B4-BE49-F238E27FC236}">
                <a16:creationId xmlns:a16="http://schemas.microsoft.com/office/drawing/2014/main" id="{722227A2-F860-4E1E-9F34-00011F661152}"/>
              </a:ext>
            </a:extLst>
          </p:cNvPr>
          <p:cNvCxnSpPr>
            <a:cxnSpLocks/>
            <a:stCxn id="203" idx="0"/>
            <a:endCxn id="39" idx="0"/>
          </p:cNvCxnSpPr>
          <p:nvPr/>
        </p:nvCxnSpPr>
        <p:spPr>
          <a:xfrm rot="5400000" flipH="1" flipV="1">
            <a:off x="7803315" y="5655789"/>
            <a:ext cx="1052910" cy="14616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Verbinder: gewinkelt 207">
            <a:extLst>
              <a:ext uri="{FF2B5EF4-FFF2-40B4-BE49-F238E27FC236}">
                <a16:creationId xmlns:a16="http://schemas.microsoft.com/office/drawing/2014/main" id="{F4AD0161-6924-4439-8D4E-58A376A117AA}"/>
              </a:ext>
            </a:extLst>
          </p:cNvPr>
          <p:cNvCxnSpPr>
            <a:stCxn id="71" idx="3"/>
            <a:endCxn id="40" idx="0"/>
          </p:cNvCxnSpPr>
          <p:nvPr/>
        </p:nvCxnSpPr>
        <p:spPr>
          <a:xfrm>
            <a:off x="7109584" y="3731935"/>
            <a:ext cx="1293268" cy="528697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Verbinder: gewinkelt 209">
            <a:extLst>
              <a:ext uri="{FF2B5EF4-FFF2-40B4-BE49-F238E27FC236}">
                <a16:creationId xmlns:a16="http://schemas.microsoft.com/office/drawing/2014/main" id="{E3D2445E-A2FA-40B1-A637-0108F4B98399}"/>
              </a:ext>
            </a:extLst>
          </p:cNvPr>
          <p:cNvCxnSpPr>
            <a:cxnSpLocks/>
            <a:stCxn id="70" idx="3"/>
            <a:endCxn id="211" idx="0"/>
          </p:cNvCxnSpPr>
          <p:nvPr/>
        </p:nvCxnSpPr>
        <p:spPr>
          <a:xfrm>
            <a:off x="7109584" y="3464837"/>
            <a:ext cx="1293268" cy="56463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3" name="Gruppieren 262">
            <a:extLst>
              <a:ext uri="{FF2B5EF4-FFF2-40B4-BE49-F238E27FC236}">
                <a16:creationId xmlns:a16="http://schemas.microsoft.com/office/drawing/2014/main" id="{BD6DB656-DFC1-4EB7-BC54-C48437CBF0B9}"/>
              </a:ext>
            </a:extLst>
          </p:cNvPr>
          <p:cNvGrpSpPr/>
          <p:nvPr/>
        </p:nvGrpSpPr>
        <p:grpSpPr>
          <a:xfrm>
            <a:off x="8393327" y="3887966"/>
            <a:ext cx="373449" cy="1456134"/>
            <a:chOff x="9164852" y="3887966"/>
            <a:chExt cx="373449" cy="1456134"/>
          </a:xfrm>
        </p:grpSpPr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161C0266-44B4-41B6-81D0-1DF87096F133}"/>
                </a:ext>
              </a:extLst>
            </p:cNvPr>
            <p:cNvSpPr/>
            <p:nvPr/>
          </p:nvSpPr>
          <p:spPr>
            <a:xfrm rot="16200000">
              <a:off x="8663379" y="4469178"/>
              <a:ext cx="1456134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DIN    CS      DC    RST    CLK   BL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39994EC-4449-4320-9543-EBC4A73707D2}"/>
                </a:ext>
              </a:extLst>
            </p:cNvPr>
            <p:cNvSpPr/>
            <p:nvPr/>
          </p:nvSpPr>
          <p:spPr>
            <a:xfrm rot="16200000">
              <a:off x="9155312" y="514528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3845245-64E5-4171-84ED-0B7115301F47}"/>
                </a:ext>
              </a:extLst>
            </p:cNvPr>
            <p:cNvSpPr/>
            <p:nvPr/>
          </p:nvSpPr>
          <p:spPr>
            <a:xfrm rot="16200000">
              <a:off x="9155312" y="420349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F799F40A-FF04-4D07-A626-3A53A4AF0A94}"/>
                </a:ext>
              </a:extLst>
            </p:cNvPr>
            <p:cNvSpPr/>
            <p:nvPr/>
          </p:nvSpPr>
          <p:spPr>
            <a:xfrm rot="16200000">
              <a:off x="9155312" y="488096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C0EE356C-AB57-43D7-B0DE-C092F6F4F22E}"/>
                </a:ext>
              </a:extLst>
            </p:cNvPr>
            <p:cNvSpPr/>
            <p:nvPr/>
          </p:nvSpPr>
          <p:spPr>
            <a:xfrm rot="16200000">
              <a:off x="9155312" y="46059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98D36CF3-46BA-4C30-9405-DBDBFC44D643}"/>
                </a:ext>
              </a:extLst>
            </p:cNvPr>
            <p:cNvSpPr/>
            <p:nvPr/>
          </p:nvSpPr>
          <p:spPr>
            <a:xfrm rot="16200000">
              <a:off x="9145787" y="440173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C05E7D17-D49E-46C1-8A04-302C7E046C80}"/>
                </a:ext>
              </a:extLst>
            </p:cNvPr>
            <p:cNvSpPr/>
            <p:nvPr/>
          </p:nvSpPr>
          <p:spPr>
            <a:xfrm rot="16200000">
              <a:off x="9155312" y="3972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16" name="Verbinder: gewinkelt 215">
            <a:extLst>
              <a:ext uri="{FF2B5EF4-FFF2-40B4-BE49-F238E27FC236}">
                <a16:creationId xmlns:a16="http://schemas.microsoft.com/office/drawing/2014/main" id="{49A3FD23-C3DB-43F5-847B-D1BAB791B394}"/>
              </a:ext>
            </a:extLst>
          </p:cNvPr>
          <p:cNvCxnSpPr>
            <a:stCxn id="74" idx="3"/>
            <a:endCxn id="42" idx="0"/>
          </p:cNvCxnSpPr>
          <p:nvPr/>
        </p:nvCxnSpPr>
        <p:spPr>
          <a:xfrm>
            <a:off x="7109584" y="4533229"/>
            <a:ext cx="1293268" cy="12983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Verbinder: gewinkelt 217">
            <a:extLst>
              <a:ext uri="{FF2B5EF4-FFF2-40B4-BE49-F238E27FC236}">
                <a16:creationId xmlns:a16="http://schemas.microsoft.com/office/drawing/2014/main" id="{320AEF33-B267-4835-904B-F27449D28D29}"/>
              </a:ext>
            </a:extLst>
          </p:cNvPr>
          <p:cNvCxnSpPr>
            <a:stCxn id="72" idx="3"/>
            <a:endCxn id="44" idx="0"/>
          </p:cNvCxnSpPr>
          <p:nvPr/>
        </p:nvCxnSpPr>
        <p:spPr>
          <a:xfrm>
            <a:off x="7109584" y="3999033"/>
            <a:ext cx="1283743" cy="45983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E750628F-2F7B-436A-93AA-F98964D17B73}"/>
              </a:ext>
            </a:extLst>
          </p:cNvPr>
          <p:cNvCxnSpPr>
            <a:stCxn id="75" idx="3"/>
            <a:endCxn id="41" idx="0"/>
          </p:cNvCxnSpPr>
          <p:nvPr/>
        </p:nvCxnSpPr>
        <p:spPr>
          <a:xfrm>
            <a:off x="7109584" y="4800327"/>
            <a:ext cx="1293268" cy="137771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6" name="Grafik 265">
            <a:extLst>
              <a:ext uri="{FF2B5EF4-FFF2-40B4-BE49-F238E27FC236}">
                <a16:creationId xmlns:a16="http://schemas.microsoft.com/office/drawing/2014/main" id="{00CBDB59-F1D9-4369-A72D-6BFCEEC7729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6200000">
            <a:off x="9377775" y="4368327"/>
            <a:ext cx="2434779" cy="1378010"/>
          </a:xfrm>
          <a:prstGeom prst="rect">
            <a:avLst/>
          </a:prstGeom>
        </p:spPr>
      </p:pic>
      <p:sp>
        <p:nvSpPr>
          <p:cNvPr id="267" name="Rechteck 266">
            <a:extLst>
              <a:ext uri="{FF2B5EF4-FFF2-40B4-BE49-F238E27FC236}">
                <a16:creationId xmlns:a16="http://schemas.microsoft.com/office/drawing/2014/main" id="{D81F9480-3B48-47A7-B373-DEF9E9490596}"/>
              </a:ext>
            </a:extLst>
          </p:cNvPr>
          <p:cNvSpPr/>
          <p:nvPr/>
        </p:nvSpPr>
        <p:spPr>
          <a:xfrm>
            <a:off x="10135203" y="6317593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8" name="Rechteck 267">
            <a:extLst>
              <a:ext uri="{FF2B5EF4-FFF2-40B4-BE49-F238E27FC236}">
                <a16:creationId xmlns:a16="http://schemas.microsoft.com/office/drawing/2014/main" id="{F5583850-11B5-49CF-85CB-44ACDE6B2FBA}"/>
              </a:ext>
            </a:extLst>
          </p:cNvPr>
          <p:cNvSpPr/>
          <p:nvPr/>
        </p:nvSpPr>
        <p:spPr>
          <a:xfrm>
            <a:off x="10332006" y="6317593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D0DF06E4-339C-494E-B702-320BCA1A3092}"/>
              </a:ext>
            </a:extLst>
          </p:cNvPr>
          <p:cNvSpPr/>
          <p:nvPr/>
        </p:nvSpPr>
        <p:spPr>
          <a:xfrm>
            <a:off x="9955685" y="3953269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1" name="Rechteck 270">
            <a:extLst>
              <a:ext uri="{FF2B5EF4-FFF2-40B4-BE49-F238E27FC236}">
                <a16:creationId xmlns:a16="http://schemas.microsoft.com/office/drawing/2014/main" id="{3E1CF4E9-A324-4437-A8AB-D1C224A8E659}"/>
              </a:ext>
            </a:extLst>
          </p:cNvPr>
          <p:cNvSpPr/>
          <p:nvPr/>
        </p:nvSpPr>
        <p:spPr>
          <a:xfrm>
            <a:off x="9946160" y="6317593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2" name="Rechteck 271">
            <a:extLst>
              <a:ext uri="{FF2B5EF4-FFF2-40B4-BE49-F238E27FC236}">
                <a16:creationId xmlns:a16="http://schemas.microsoft.com/office/drawing/2014/main" id="{3CC48F3A-16B0-402B-A4AB-0D1D976A731F}"/>
              </a:ext>
            </a:extLst>
          </p:cNvPr>
          <p:cNvSpPr/>
          <p:nvPr/>
        </p:nvSpPr>
        <p:spPr>
          <a:xfrm>
            <a:off x="10904260" y="6317593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3" name="Verbinder: gewinkelt 272">
            <a:extLst>
              <a:ext uri="{FF2B5EF4-FFF2-40B4-BE49-F238E27FC236}">
                <a16:creationId xmlns:a16="http://schemas.microsoft.com/office/drawing/2014/main" id="{1949B61E-74D8-4A05-AF7F-D233CE22A81A}"/>
              </a:ext>
            </a:extLst>
          </p:cNvPr>
          <p:cNvCxnSpPr>
            <a:cxnSpLocks/>
            <a:stCxn id="189" idx="2"/>
            <a:endCxn id="272" idx="2"/>
          </p:cNvCxnSpPr>
          <p:nvPr/>
        </p:nvCxnSpPr>
        <p:spPr>
          <a:xfrm rot="5400000">
            <a:off x="11252513" y="5691950"/>
            <a:ext cx="467861" cy="1011965"/>
          </a:xfrm>
          <a:prstGeom prst="bentConnector3">
            <a:avLst>
              <a:gd name="adj1" fmla="val 173291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Verbinder: gewinkelt 276">
            <a:extLst>
              <a:ext uri="{FF2B5EF4-FFF2-40B4-BE49-F238E27FC236}">
                <a16:creationId xmlns:a16="http://schemas.microsoft.com/office/drawing/2014/main" id="{77C3BB4A-77A0-4CFC-B896-AB2FBA8518CB}"/>
              </a:ext>
            </a:extLst>
          </p:cNvPr>
          <p:cNvCxnSpPr>
            <a:cxnSpLocks/>
            <a:stCxn id="188" idx="2"/>
            <a:endCxn id="271" idx="2"/>
          </p:cNvCxnSpPr>
          <p:nvPr/>
        </p:nvCxnSpPr>
        <p:spPr>
          <a:xfrm rot="5400000">
            <a:off x="10532731" y="5210745"/>
            <a:ext cx="710748" cy="1731489"/>
          </a:xfrm>
          <a:prstGeom prst="bentConnector3">
            <a:avLst>
              <a:gd name="adj1" fmla="val 117421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Verbinder: gewinkelt 281">
            <a:extLst>
              <a:ext uri="{FF2B5EF4-FFF2-40B4-BE49-F238E27FC236}">
                <a16:creationId xmlns:a16="http://schemas.microsoft.com/office/drawing/2014/main" id="{C1F2E03A-9C4B-4650-9692-8F6B6626D68E}"/>
              </a:ext>
            </a:extLst>
          </p:cNvPr>
          <p:cNvCxnSpPr>
            <a:cxnSpLocks/>
            <a:stCxn id="85" idx="1"/>
            <a:endCxn id="267" idx="2"/>
          </p:cNvCxnSpPr>
          <p:nvPr/>
        </p:nvCxnSpPr>
        <p:spPr>
          <a:xfrm rot="10800000" flipH="1" flipV="1">
            <a:off x="2091891" y="3242479"/>
            <a:ext cx="8119512" cy="3189384"/>
          </a:xfrm>
          <a:prstGeom prst="bentConnector4">
            <a:avLst>
              <a:gd name="adj1" fmla="val -5982"/>
              <a:gd name="adj2" fmla="val 10716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Ellipse 287">
            <a:extLst>
              <a:ext uri="{FF2B5EF4-FFF2-40B4-BE49-F238E27FC236}">
                <a16:creationId xmlns:a16="http://schemas.microsoft.com/office/drawing/2014/main" id="{84B91823-78DC-44D6-A27E-2EF9CD610F48}"/>
              </a:ext>
            </a:extLst>
          </p:cNvPr>
          <p:cNvSpPr/>
          <p:nvPr/>
        </p:nvSpPr>
        <p:spPr>
          <a:xfrm>
            <a:off x="9388071" y="6508064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cxnSp>
        <p:nvCxnSpPr>
          <p:cNvPr id="289" name="Verbinder: gewinkelt 288">
            <a:extLst>
              <a:ext uri="{FF2B5EF4-FFF2-40B4-BE49-F238E27FC236}">
                <a16:creationId xmlns:a16="http://schemas.microsoft.com/office/drawing/2014/main" id="{F8C8B299-EE51-4040-AE82-203F9F5F1534}"/>
              </a:ext>
            </a:extLst>
          </p:cNvPr>
          <p:cNvCxnSpPr>
            <a:cxnSpLocks/>
            <a:stCxn id="84" idx="1"/>
            <a:endCxn id="268" idx="2"/>
          </p:cNvCxnSpPr>
          <p:nvPr/>
        </p:nvCxnSpPr>
        <p:spPr>
          <a:xfrm rot="10800000" flipH="1" flipV="1">
            <a:off x="2091890" y="2974161"/>
            <a:ext cx="8316315" cy="3457702"/>
          </a:xfrm>
          <a:prstGeom prst="bentConnector4">
            <a:avLst>
              <a:gd name="adj1" fmla="val -7903"/>
              <a:gd name="adj2" fmla="val 11019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Verbinder: gewinkelt 301">
            <a:extLst>
              <a:ext uri="{FF2B5EF4-FFF2-40B4-BE49-F238E27FC236}">
                <a16:creationId xmlns:a16="http://schemas.microsoft.com/office/drawing/2014/main" id="{323FDB83-AB76-4E4A-A684-9305F9B9D0AF}"/>
              </a:ext>
            </a:extLst>
          </p:cNvPr>
          <p:cNvCxnSpPr>
            <a:cxnSpLocks/>
            <a:stCxn id="86" idx="1"/>
            <a:endCxn id="306" idx="1"/>
          </p:cNvCxnSpPr>
          <p:nvPr/>
        </p:nvCxnSpPr>
        <p:spPr>
          <a:xfrm rot="10800000" flipH="1" flipV="1">
            <a:off x="2091891" y="3510796"/>
            <a:ext cx="6263226" cy="2954340"/>
          </a:xfrm>
          <a:prstGeom prst="bentConnector3">
            <a:avLst>
              <a:gd name="adj1" fmla="val -547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Rechteck 305">
            <a:extLst>
              <a:ext uri="{FF2B5EF4-FFF2-40B4-BE49-F238E27FC236}">
                <a16:creationId xmlns:a16="http://schemas.microsoft.com/office/drawing/2014/main" id="{26D51F32-8A89-4A88-8FF7-10A49278CD2D}"/>
              </a:ext>
            </a:extLst>
          </p:cNvPr>
          <p:cNvSpPr/>
          <p:nvPr/>
        </p:nvSpPr>
        <p:spPr>
          <a:xfrm>
            <a:off x="8355117" y="6407726"/>
            <a:ext cx="107941" cy="1148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046FF5EC-BDC0-40C9-A04E-6F923917E35A}"/>
              </a:ext>
            </a:extLst>
          </p:cNvPr>
          <p:cNvCxnSpPr>
            <a:cxnSpLocks/>
            <a:stCxn id="306" idx="3"/>
            <a:endCxn id="269" idx="1"/>
          </p:cNvCxnSpPr>
          <p:nvPr/>
        </p:nvCxnSpPr>
        <p:spPr>
          <a:xfrm flipV="1">
            <a:off x="8463058" y="4010404"/>
            <a:ext cx="1492627" cy="245473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7" name="Gruppieren 336">
            <a:extLst>
              <a:ext uri="{FF2B5EF4-FFF2-40B4-BE49-F238E27FC236}">
                <a16:creationId xmlns:a16="http://schemas.microsoft.com/office/drawing/2014/main" id="{3A2BE6A2-2C11-4FB5-B1BC-FE7CA088844F}"/>
              </a:ext>
            </a:extLst>
          </p:cNvPr>
          <p:cNvGrpSpPr/>
          <p:nvPr/>
        </p:nvGrpSpPr>
        <p:grpSpPr>
          <a:xfrm>
            <a:off x="9092545" y="4458043"/>
            <a:ext cx="281584" cy="624658"/>
            <a:chOff x="7128441" y="3876743"/>
            <a:chExt cx="281584" cy="624658"/>
          </a:xfrm>
        </p:grpSpPr>
        <p:sp>
          <p:nvSpPr>
            <p:cNvPr id="338" name="Rechteck: abgerundete Ecken 337">
              <a:extLst>
                <a:ext uri="{FF2B5EF4-FFF2-40B4-BE49-F238E27FC236}">
                  <a16:creationId xmlns:a16="http://schemas.microsoft.com/office/drawing/2014/main" id="{114D2189-36C7-45E9-9CB8-C74F05FD3462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r"/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339" name="Rechteck: abgerundete Ecken 338">
              <a:extLst>
                <a:ext uri="{FF2B5EF4-FFF2-40B4-BE49-F238E27FC236}">
                  <a16:creationId xmlns:a16="http://schemas.microsoft.com/office/drawing/2014/main" id="{6A8D6784-B6C8-451F-804A-2B08B1AB92F2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554990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7812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0880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676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 : es wird normal gewürfelt</a:t>
            </a:r>
            <a:br>
              <a:rPr lang="de-DE"/>
            </a:br>
            <a:endParaRPr lang="de-DE"/>
          </a:p>
          <a:p>
            <a:r>
              <a:rPr lang="de-DE"/>
              <a:t>Numpad Eingabe : es wird gewürfelt und bei Treffer entsprechend honoriert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1092684"/>
              </p:ext>
            </p:extLst>
          </p:nvPr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9935441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LED-1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504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Auswahl der Geschichte</a:t>
            </a:r>
          </a:p>
          <a:p>
            <a:pPr lvl="1"/>
            <a:r>
              <a:rPr lang="de-DE"/>
              <a:t>Jede Geschichte eingeteilt in Abschnitte</a:t>
            </a:r>
          </a:p>
          <a:p>
            <a:pPr lvl="1"/>
            <a:r>
              <a:rPr lang="de-DE"/>
              <a:t>Optional : kein linearer Durchlauf, sondern gesteuert durch das Kind</a:t>
            </a:r>
          </a:p>
          <a:p>
            <a:pPr lvl="1"/>
            <a:endParaRPr lang="de-DE"/>
          </a:p>
          <a:p>
            <a:r>
              <a:rPr lang="de-DE"/>
              <a:t>Start Button (grüne LED)</a:t>
            </a:r>
          </a:p>
          <a:p>
            <a:pPr lvl="1"/>
            <a:r>
              <a:rPr lang="de-DE"/>
              <a:t>wenn der start button (unterhalb der grünen LED) gedrückt wird, werden die konfigurierten Stories hintereinander angezeigt</a:t>
            </a:r>
          </a:p>
          <a:p>
            <a:pPr lvl="1"/>
            <a:r>
              <a:rPr lang="de-DE"/>
              <a:t>während dieses "Selection" Modus wird eine grüne LED angezeigt</a:t>
            </a:r>
          </a:p>
          <a:p>
            <a:pPr lvl="1"/>
            <a:r>
              <a:rPr lang="de-DE"/>
              <a:t>es wird jeweils ein sound und ein bitmap geöffnet – quasi als teaser</a:t>
            </a:r>
          </a:p>
          <a:p>
            <a:pPr lvl="1"/>
            <a:r>
              <a:rPr lang="de-DE"/>
              <a:t>es werden alle Stories nur einmal gezeigt, dann wird der Selektionsmodus beendet</a:t>
            </a:r>
          </a:p>
          <a:p>
            <a:pPr lvl="1"/>
            <a:endParaRPr lang="de-DE"/>
          </a:p>
          <a:p>
            <a:r>
              <a:rPr lang="de-DE"/>
              <a:t>Select Button (blaue LED)</a:t>
            </a:r>
          </a:p>
          <a:p>
            <a:pPr lvl="1"/>
            <a:r>
              <a:rPr lang="de-DE"/>
              <a:t>während des Selektionsmodus kann die gerade angezeigte Story ausgewählt werden.</a:t>
            </a:r>
          </a:p>
          <a:p>
            <a:pPr lvl="1"/>
            <a:r>
              <a:rPr lang="de-DE"/>
              <a:t>dies erfolgt durch drücken des Select Buttons (unterhalb der blauen LED)</a:t>
            </a:r>
          </a:p>
          <a:p>
            <a:pPr lvl="1"/>
            <a:r>
              <a:rPr lang="de-DE"/>
              <a:t>damit wird der Selektionsmodus beendet (grüne LED erlischt) und der Reading Modus beginnt (blaue LED an)</a:t>
            </a:r>
          </a:p>
          <a:p>
            <a:pPr lvl="1"/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716653"/>
              </p:ext>
            </p:extLst>
          </p:nvPr>
        </p:nvGraphicFramePr>
        <p:xfrm>
          <a:off x="143930" y="762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709807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657225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START_BUTTON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READING_LED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547235"/>
              </p:ext>
            </p:extLst>
          </p:nvPr>
        </p:nvGraphicFramePr>
        <p:xfrm>
          <a:off x="2882035" y="1457696"/>
          <a:ext cx="6058819" cy="3576848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50A08EE-0F26-4E98-976D-5E42C1CD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Settings</a:t>
            </a:r>
          </a:p>
        </p:txBody>
      </p:sp>
    </p:spTree>
    <p:extLst>
      <p:ext uri="{BB962C8B-B14F-4D97-AF65-F5344CB8AC3E}">
        <p14:creationId xmlns:p14="http://schemas.microsoft.com/office/powerpoint/2010/main" val="4611634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8E96B4-6005-4A6A-AB47-9675B3D6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Portsettings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06224E5A-12C2-4F09-9F0F-F49A0CBD3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84649"/>
              </p:ext>
            </p:extLst>
          </p:nvPr>
        </p:nvGraphicFramePr>
        <p:xfrm>
          <a:off x="2032000" y="719666"/>
          <a:ext cx="81279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159875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289487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91691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Module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981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Display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182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Sound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87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Dice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5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Storybook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884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Numpad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014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098044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9D525682-08FD-4870-A401-EFAAF50B70E2}"/>
              </a:ext>
            </a:extLst>
          </p:cNvPr>
          <p:cNvSpPr txBox="1"/>
          <p:nvPr/>
        </p:nvSpPr>
        <p:spPr>
          <a:xfrm>
            <a:off x="1162050" y="4344085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Computer\HKEY_LOCAL_MACHINE\SYSTEM\CurrentControlSet\Control\usbflags</a:t>
            </a:r>
            <a:br>
              <a:rPr lang="de-DE"/>
            </a:br>
            <a:r>
              <a:rPr lang="de-DE"/>
              <a:t>	IgnoreHWSerNum : DWORD = 1</a:t>
            </a:r>
          </a:p>
        </p:txBody>
      </p:sp>
    </p:spTree>
    <p:extLst>
      <p:ext uri="{BB962C8B-B14F-4D97-AF65-F5344CB8AC3E}">
        <p14:creationId xmlns:p14="http://schemas.microsoft.com/office/powerpoint/2010/main" val="13978023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E03989-CB40-455A-B40F-7FBACF9D2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PCF8574 Masterselect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77783-4EBD-45C2-BD65-E7A81A09C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01" y="743934"/>
            <a:ext cx="1952898" cy="547763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4E93DEE1-EE17-4A6B-87D3-E6BC5E8604A8}"/>
              </a:ext>
            </a:extLst>
          </p:cNvPr>
          <p:cNvSpPr txBox="1"/>
          <p:nvPr/>
        </p:nvSpPr>
        <p:spPr>
          <a:xfrm>
            <a:off x="1023801" y="5929400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Activity Bus Connect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E675DF0-61F5-4995-B574-D4179B127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1601" y="195947"/>
            <a:ext cx="3421217" cy="2090053"/>
          </a:xfrm>
          <a:prstGeom prst="rect">
            <a:avLst/>
          </a:prstGeom>
        </p:spPr>
      </p:pic>
      <p:graphicFrame>
        <p:nvGraphicFramePr>
          <p:cNvPr id="8" name="Tabelle 3">
            <a:extLst>
              <a:ext uri="{FF2B5EF4-FFF2-40B4-BE49-F238E27FC236}">
                <a16:creationId xmlns:a16="http://schemas.microsoft.com/office/drawing/2014/main" id="{E8FBCE3B-7BB8-40AE-9498-84522F8DEDD8}"/>
              </a:ext>
            </a:extLst>
          </p:cNvPr>
          <p:cNvGraphicFramePr>
            <a:graphicFrameLocks noGrp="1"/>
          </p:cNvGraphicFramePr>
          <p:nvPr/>
        </p:nvGraphicFramePr>
        <p:xfrm>
          <a:off x="2624092" y="2075554"/>
          <a:ext cx="4043409" cy="26002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3374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3171568005"/>
                    </a:ext>
                  </a:extLst>
                </a:gridCol>
              </a:tblGrid>
              <a:tr h="405712">
                <a:tc>
                  <a:txBody>
                    <a:bodyPr/>
                    <a:lstStyle/>
                    <a:p>
                      <a:r>
                        <a:rPr lang="de-DE" sz="12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Rotary 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Relais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CLK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DT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/>
                        <a:t>SW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7662353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558436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r>
                        <a:rPr lang="de-DE" sz="100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6243585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1E9CF4E-98B7-48F9-B717-73868643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327" y="2499825"/>
            <a:ext cx="4729162" cy="342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66BB9B4-FCAA-4AE0-BDE8-9CB5ACB8DE6E}"/>
              </a:ext>
            </a:extLst>
          </p:cNvPr>
          <p:cNvCxnSpPr>
            <a:cxnSpLocks/>
          </p:cNvCxnSpPr>
          <p:nvPr/>
        </p:nvCxnSpPr>
        <p:spPr>
          <a:xfrm flipV="1">
            <a:off x="85534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4EA4748-5D39-4AAE-99B7-C1B848D101D5}"/>
              </a:ext>
            </a:extLst>
          </p:cNvPr>
          <p:cNvCxnSpPr>
            <a:cxnSpLocks/>
          </p:cNvCxnSpPr>
          <p:nvPr/>
        </p:nvCxnSpPr>
        <p:spPr>
          <a:xfrm flipV="1">
            <a:off x="90170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1193FE8-0BBA-4F73-AE05-EB33936C414B}"/>
              </a:ext>
            </a:extLst>
          </p:cNvPr>
          <p:cNvCxnSpPr>
            <a:cxnSpLocks/>
          </p:cNvCxnSpPr>
          <p:nvPr/>
        </p:nvCxnSpPr>
        <p:spPr>
          <a:xfrm flipV="1">
            <a:off x="94805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025D9F-E2F5-4A88-B858-3593362F732E}"/>
              </a:ext>
            </a:extLst>
          </p:cNvPr>
          <p:cNvCxnSpPr>
            <a:cxnSpLocks/>
          </p:cNvCxnSpPr>
          <p:nvPr/>
        </p:nvCxnSpPr>
        <p:spPr>
          <a:xfrm flipV="1">
            <a:off x="99441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36F5923-36B9-4BD7-BCAC-DDEF2F9B3917}"/>
              </a:ext>
            </a:extLst>
          </p:cNvPr>
          <p:cNvSpPr txBox="1"/>
          <p:nvPr/>
        </p:nvSpPr>
        <p:spPr>
          <a:xfrm>
            <a:off x="4400550" y="5295900"/>
            <a:ext cx="1790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 x Relay Module</a:t>
            </a:r>
            <a:br>
              <a:rPr lang="de-DE"/>
            </a:br>
            <a:r>
              <a:rPr lang="de-DE"/>
              <a:t>für VCC und SCL</a:t>
            </a:r>
          </a:p>
        </p:txBody>
      </p:sp>
    </p:spTree>
    <p:extLst>
      <p:ext uri="{BB962C8B-B14F-4D97-AF65-F5344CB8AC3E}">
        <p14:creationId xmlns:p14="http://schemas.microsoft.com/office/powerpoint/2010/main" val="19543875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Resources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638175" y="1918732"/>
            <a:ext cx="83957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sounds : 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034640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471828" y="1135160"/>
            <a:ext cx="7757726" cy="432661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8217003" y="2812718"/>
            <a:ext cx="20158" cy="228294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8025406" y="4990631"/>
            <a:ext cx="475946" cy="36525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480143" y="855592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  <a:stCxn id="167" idx="2"/>
          </p:cNvCxnSpPr>
          <p:nvPr/>
        </p:nvCxnSpPr>
        <p:spPr>
          <a:xfrm>
            <a:off x="8394769" y="2812718"/>
            <a:ext cx="0" cy="2177913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321031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8143265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926579" y="2857351"/>
            <a:ext cx="25359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8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927613" y="2696252"/>
            <a:ext cx="25359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6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899418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865186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4274144" y="368250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870306" y="974931"/>
            <a:ext cx="22376" cy="1964152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098280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403321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05406" y="4266493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11751" y="4475288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56088" y="3268642"/>
            <a:ext cx="811121" cy="10786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6785" y="3268642"/>
            <a:ext cx="1135465" cy="12874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4035478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4339207"/>
            <a:ext cx="2055705" cy="2902"/>
          </a:xfrm>
          <a:prstGeom prst="straightConnector1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176080" y="3841577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95765" y="2581171"/>
            <a:ext cx="1377119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912327" y="253999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90749" y="288124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>
            <a:off x="8263379" y="5355882"/>
            <a:ext cx="148" cy="33271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3578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>
            <a:off x="891111" y="2879487"/>
            <a:ext cx="1508105" cy="7144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4193299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755541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  <a:stCxn id="246" idx="2"/>
            <a:endCxn id="210" idx="1"/>
          </p:cNvCxnSpPr>
          <p:nvPr/>
        </p:nvCxnSpPr>
        <p:spPr>
          <a:xfrm flipV="1">
            <a:off x="2534787" y="2984309"/>
            <a:ext cx="239179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  <a:stCxn id="246" idx="3"/>
            <a:endCxn id="173" idx="2"/>
          </p:cNvCxnSpPr>
          <p:nvPr/>
        </p:nvCxnSpPr>
        <p:spPr>
          <a:xfrm flipV="1">
            <a:off x="2670358" y="2438454"/>
            <a:ext cx="528417" cy="44817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268679" y="5472642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6417057" y="3109225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726354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697603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923001" y="2812718"/>
            <a:ext cx="3053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815446" y="265113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D13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6191099" y="3576771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cxnSpLocks/>
            <a:stCxn id="482" idx="1"/>
            <a:endCxn id="118" idx="3"/>
          </p:cNvCxnSpPr>
          <p:nvPr/>
        </p:nvCxnSpPr>
        <p:spPr>
          <a:xfrm rot="16200000" flipV="1">
            <a:off x="6038448" y="3371289"/>
            <a:ext cx="442843" cy="693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0"/>
            <a:endCxn id="444" idx="2"/>
          </p:cNvCxnSpPr>
          <p:nvPr/>
        </p:nvCxnSpPr>
        <p:spPr>
          <a:xfrm flipV="1">
            <a:off x="6544276" y="3270808"/>
            <a:ext cx="220" cy="3059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273980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870612"/>
            <a:ext cx="19320" cy="113659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707134" y="5095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7831689" y="4538171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9" idx="2"/>
            <a:endCxn id="123" idx="1"/>
          </p:cNvCxnSpPr>
          <p:nvPr/>
        </p:nvCxnSpPr>
        <p:spPr>
          <a:xfrm rot="16200000" flipH="1">
            <a:off x="7576201" y="4724051"/>
            <a:ext cx="639211" cy="2592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stCxn id="123" idx="3"/>
            <a:endCxn id="182" idx="1"/>
          </p:cNvCxnSpPr>
          <p:nvPr/>
        </p:nvCxnSpPr>
        <p:spPr>
          <a:xfrm>
            <a:off x="8501352" y="5173257"/>
            <a:ext cx="205782" cy="319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651385" y="5688597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9416099" y="5576259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36CFB2FC-B144-4066-ADBE-D21C14F93368}"/>
              </a:ext>
            </a:extLst>
          </p:cNvPr>
          <p:cNvSpPr txBox="1"/>
          <p:nvPr/>
        </p:nvSpPr>
        <p:spPr>
          <a:xfrm>
            <a:off x="4206942" y="4075980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43C5DDDB-1E78-42B1-B12D-B0BE54C021A2}"/>
              </a:ext>
            </a:extLst>
          </p:cNvPr>
          <p:cNvSpPr txBox="1"/>
          <p:nvPr/>
        </p:nvSpPr>
        <p:spPr>
          <a:xfrm>
            <a:off x="7018183" y="2686328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EDE7F3E2-C680-4D42-885B-AB75D8A1E024}"/>
              </a:ext>
            </a:extLst>
          </p:cNvPr>
          <p:cNvSpPr txBox="1"/>
          <p:nvPr/>
        </p:nvSpPr>
        <p:spPr>
          <a:xfrm>
            <a:off x="7688849" y="2659503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5V</a:t>
            </a:r>
          </a:p>
        </p:txBody>
      </p: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1AC6D36F-995F-45F5-A29B-D59B9F1413A0}"/>
              </a:ext>
            </a:extLst>
          </p:cNvPr>
          <p:cNvGrpSpPr/>
          <p:nvPr/>
        </p:nvGrpSpPr>
        <p:grpSpPr>
          <a:xfrm>
            <a:off x="7625414" y="3909388"/>
            <a:ext cx="281584" cy="624658"/>
            <a:chOff x="7128441" y="3876743"/>
            <a:chExt cx="281584" cy="624658"/>
          </a:xfrm>
        </p:grpSpPr>
        <p:sp>
          <p:nvSpPr>
            <p:cNvPr id="19" name="Rechteck: abgerundete Ecken 18">
              <a:extLst>
                <a:ext uri="{FF2B5EF4-FFF2-40B4-BE49-F238E27FC236}">
                  <a16:creationId xmlns:a16="http://schemas.microsoft.com/office/drawing/2014/main" id="{3551CDE6-D2B3-4B0D-9A78-349A71BDED77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r"/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21" name="Rechteck: abgerundete Ecken 20">
              <a:extLst>
                <a:ext uri="{FF2B5EF4-FFF2-40B4-BE49-F238E27FC236}">
                  <a16:creationId xmlns:a16="http://schemas.microsoft.com/office/drawing/2014/main" id="{4F142B33-D447-43E5-A31F-7167F8DB8239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59395812-80B0-471D-B8E5-46BE0250FC32}"/>
              </a:ext>
            </a:extLst>
          </p:cNvPr>
          <p:cNvCxnSpPr>
            <a:cxnSpLocks/>
            <a:stCxn id="123" idx="1"/>
            <a:endCxn id="118" idx="2"/>
          </p:cNvCxnSpPr>
          <p:nvPr/>
        </p:nvCxnSpPr>
        <p:spPr>
          <a:xfrm rot="10800000">
            <a:off x="6114590" y="3265331"/>
            <a:ext cx="1910817" cy="190792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Ellipse 119">
            <a:extLst>
              <a:ext uri="{FF2B5EF4-FFF2-40B4-BE49-F238E27FC236}">
                <a16:creationId xmlns:a16="http://schemas.microsoft.com/office/drawing/2014/main" id="{AD427B0E-D1B5-441D-84E6-E069C833ECA6}"/>
              </a:ext>
            </a:extLst>
          </p:cNvPr>
          <p:cNvSpPr/>
          <p:nvPr/>
        </p:nvSpPr>
        <p:spPr>
          <a:xfrm>
            <a:off x="7063489" y="2953084"/>
            <a:ext cx="568373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 µF </a:t>
            </a:r>
          </a:p>
        </p:txBody>
      </p: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96523F4E-4A9C-4D0B-AA1D-1B7A2859290C}"/>
              </a:ext>
            </a:extLst>
          </p:cNvPr>
          <p:cNvCxnSpPr>
            <a:cxnSpLocks/>
            <a:stCxn id="120" idx="7"/>
            <a:endCxn id="101" idx="1"/>
          </p:cNvCxnSpPr>
          <p:nvPr/>
        </p:nvCxnSpPr>
        <p:spPr>
          <a:xfrm rot="5400000" flipH="1" flipV="1">
            <a:off x="7487037" y="2801885"/>
            <a:ext cx="263401" cy="14022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Gerader Verbinder 121">
            <a:extLst>
              <a:ext uri="{FF2B5EF4-FFF2-40B4-BE49-F238E27FC236}">
                <a16:creationId xmlns:a16="http://schemas.microsoft.com/office/drawing/2014/main" id="{C37AA9D6-7839-46BC-AE13-F916F3B197B7}"/>
              </a:ext>
            </a:extLst>
          </p:cNvPr>
          <p:cNvCxnSpPr>
            <a:cxnSpLocks/>
            <a:stCxn id="120" idx="1"/>
            <a:endCxn id="100" idx="2"/>
          </p:cNvCxnSpPr>
          <p:nvPr/>
        </p:nvCxnSpPr>
        <p:spPr>
          <a:xfrm flipV="1">
            <a:off x="7146725" y="2847911"/>
            <a:ext cx="1301" cy="155785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Verbinder: gewinkelt 124">
            <a:extLst>
              <a:ext uri="{FF2B5EF4-FFF2-40B4-BE49-F238E27FC236}">
                <a16:creationId xmlns:a16="http://schemas.microsoft.com/office/drawing/2014/main" id="{722A80B0-6F25-4684-8004-0CC269819FA3}"/>
              </a:ext>
            </a:extLst>
          </p:cNvPr>
          <p:cNvCxnSpPr>
            <a:cxnSpLocks/>
            <a:stCxn id="101" idx="2"/>
            <a:endCxn id="21" idx="0"/>
          </p:cNvCxnSpPr>
          <p:nvPr/>
        </p:nvCxnSpPr>
        <p:spPr>
          <a:xfrm>
            <a:off x="7761786" y="2821086"/>
            <a:ext cx="4420" cy="108830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AFD47417-7CEC-4680-AE3C-0834DE5D35FC}"/>
              </a:ext>
            </a:extLst>
          </p:cNvPr>
          <p:cNvSpPr txBox="1"/>
          <p:nvPr/>
        </p:nvSpPr>
        <p:spPr>
          <a:xfrm>
            <a:off x="6003982" y="3103748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cxnSp>
        <p:nvCxnSpPr>
          <p:cNvPr id="148" name="Gerader Verbinder 434">
            <a:extLst>
              <a:ext uri="{FF2B5EF4-FFF2-40B4-BE49-F238E27FC236}">
                <a16:creationId xmlns:a16="http://schemas.microsoft.com/office/drawing/2014/main" id="{6CDB6982-7021-4C66-A0FD-09BF1D95CCF0}"/>
              </a:ext>
            </a:extLst>
          </p:cNvPr>
          <p:cNvCxnSpPr>
            <a:cxnSpLocks/>
            <a:stCxn id="211" idx="1"/>
            <a:endCxn id="178" idx="2"/>
          </p:cNvCxnSpPr>
          <p:nvPr/>
        </p:nvCxnSpPr>
        <p:spPr>
          <a:xfrm rot="10800000">
            <a:off x="4267331" y="1877096"/>
            <a:ext cx="660282" cy="946114"/>
          </a:xfrm>
          <a:prstGeom prst="bentConnector4">
            <a:avLst>
              <a:gd name="adj1" fmla="val 13607"/>
              <a:gd name="adj2" fmla="val 112564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feld 154">
            <a:extLst>
              <a:ext uri="{FF2B5EF4-FFF2-40B4-BE49-F238E27FC236}">
                <a16:creationId xmlns:a16="http://schemas.microsoft.com/office/drawing/2014/main" id="{3B089DDC-0492-47C5-9508-4EC0D471911C}"/>
              </a:ext>
            </a:extLst>
          </p:cNvPr>
          <p:cNvSpPr txBox="1"/>
          <p:nvPr/>
        </p:nvSpPr>
        <p:spPr>
          <a:xfrm>
            <a:off x="8161325" y="1945819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sp>
        <p:nvSpPr>
          <p:cNvPr id="161" name="Ellipse 160">
            <a:extLst>
              <a:ext uri="{FF2B5EF4-FFF2-40B4-BE49-F238E27FC236}">
                <a16:creationId xmlns:a16="http://schemas.microsoft.com/office/drawing/2014/main" id="{8E5F9123-14B2-402E-BCF6-196A20AEF194}"/>
              </a:ext>
            </a:extLst>
          </p:cNvPr>
          <p:cNvSpPr/>
          <p:nvPr/>
        </p:nvSpPr>
        <p:spPr>
          <a:xfrm>
            <a:off x="4988034" y="1248439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78CB435E-3755-45AA-B441-BD1E30799FD8}"/>
              </a:ext>
            </a:extLst>
          </p:cNvPr>
          <p:cNvCxnSpPr>
            <a:cxnSpLocks/>
            <a:stCxn id="161" idx="6"/>
            <a:endCxn id="155" idx="0"/>
          </p:cNvCxnSpPr>
          <p:nvPr/>
        </p:nvCxnSpPr>
        <p:spPr>
          <a:xfrm>
            <a:off x="5332465" y="1373971"/>
            <a:ext cx="2905003" cy="57184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feld 165">
            <a:extLst>
              <a:ext uri="{FF2B5EF4-FFF2-40B4-BE49-F238E27FC236}">
                <a16:creationId xmlns:a16="http://schemas.microsoft.com/office/drawing/2014/main" id="{345345D7-B666-408D-9DE6-AAD9B3255A42}"/>
              </a:ext>
            </a:extLst>
          </p:cNvPr>
          <p:cNvSpPr txBox="1"/>
          <p:nvPr/>
        </p:nvSpPr>
        <p:spPr>
          <a:xfrm>
            <a:off x="2629968" y="1223896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grpSp>
        <p:nvGrpSpPr>
          <p:cNvPr id="456" name="Gruppieren 455">
            <a:extLst>
              <a:ext uri="{FF2B5EF4-FFF2-40B4-BE49-F238E27FC236}">
                <a16:creationId xmlns:a16="http://schemas.microsoft.com/office/drawing/2014/main" id="{C868E9C1-6C53-4144-B218-40550726E94E}"/>
              </a:ext>
            </a:extLst>
          </p:cNvPr>
          <p:cNvGrpSpPr/>
          <p:nvPr/>
        </p:nvGrpSpPr>
        <p:grpSpPr>
          <a:xfrm>
            <a:off x="2890034" y="2015624"/>
            <a:ext cx="605857" cy="422830"/>
            <a:chOff x="3202218" y="2186485"/>
            <a:chExt cx="605857" cy="422830"/>
          </a:xfrm>
        </p:grpSpPr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E8BB028E-4A04-451C-93D5-6D93BC53BB3B}"/>
                </a:ext>
              </a:extLst>
            </p:cNvPr>
            <p:cNvSpPr/>
            <p:nvPr/>
          </p:nvSpPr>
          <p:spPr>
            <a:xfrm>
              <a:off x="3202218" y="2186485"/>
              <a:ext cx="605857" cy="276999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900"/>
                <a:t>N-MOSFET</a:t>
              </a:r>
            </a:p>
          </p:txBody>
        </p:sp>
        <p:sp>
          <p:nvSpPr>
            <p:cNvPr id="168" name="Textfeld 167">
              <a:extLst>
                <a:ext uri="{FF2B5EF4-FFF2-40B4-BE49-F238E27FC236}">
                  <a16:creationId xmlns:a16="http://schemas.microsoft.com/office/drawing/2014/main" id="{426C8F68-5A0B-4886-B598-78E991F12C48}"/>
                </a:ext>
              </a:extLst>
            </p:cNvPr>
            <p:cNvSpPr txBox="1"/>
            <p:nvPr/>
          </p:nvSpPr>
          <p:spPr>
            <a:xfrm>
              <a:off x="3248086" y="2447732"/>
              <a:ext cx="84960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G</a:t>
              </a:r>
            </a:p>
          </p:txBody>
        </p:sp>
        <p:sp>
          <p:nvSpPr>
            <p:cNvPr id="173" name="Textfeld 172">
              <a:extLst>
                <a:ext uri="{FF2B5EF4-FFF2-40B4-BE49-F238E27FC236}">
                  <a16:creationId xmlns:a16="http://schemas.microsoft.com/office/drawing/2014/main" id="{C2450792-EDFC-43DC-A2FC-FCC006B04440}"/>
                </a:ext>
              </a:extLst>
            </p:cNvPr>
            <p:cNvSpPr txBox="1"/>
            <p:nvPr/>
          </p:nvSpPr>
          <p:spPr>
            <a:xfrm>
              <a:off x="3469281" y="2447732"/>
              <a:ext cx="83356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D</a:t>
              </a:r>
            </a:p>
          </p:txBody>
        </p:sp>
        <p:sp>
          <p:nvSpPr>
            <p:cNvPr id="175" name="Textfeld 174">
              <a:extLst>
                <a:ext uri="{FF2B5EF4-FFF2-40B4-BE49-F238E27FC236}">
                  <a16:creationId xmlns:a16="http://schemas.microsoft.com/office/drawing/2014/main" id="{40260134-0A85-4A06-ADD7-50FEC9D3F2DF}"/>
                </a:ext>
              </a:extLst>
            </p:cNvPr>
            <p:cNvSpPr txBox="1"/>
            <p:nvPr/>
          </p:nvSpPr>
          <p:spPr>
            <a:xfrm>
              <a:off x="3688871" y="2447732"/>
              <a:ext cx="62518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S</a:t>
              </a:r>
            </a:p>
          </p:txBody>
        </p:sp>
      </p:grpSp>
      <p:grpSp>
        <p:nvGrpSpPr>
          <p:cNvPr id="457" name="Gruppieren 456">
            <a:extLst>
              <a:ext uri="{FF2B5EF4-FFF2-40B4-BE49-F238E27FC236}">
                <a16:creationId xmlns:a16="http://schemas.microsoft.com/office/drawing/2014/main" id="{F858CAF9-1465-40DC-8CF1-1C3CBA871CD3}"/>
              </a:ext>
            </a:extLst>
          </p:cNvPr>
          <p:cNvGrpSpPr/>
          <p:nvPr/>
        </p:nvGrpSpPr>
        <p:grpSpPr>
          <a:xfrm rot="10800000">
            <a:off x="3991903" y="1877096"/>
            <a:ext cx="605857" cy="447964"/>
            <a:chOff x="3984236" y="2186484"/>
            <a:chExt cx="605857" cy="447964"/>
          </a:xfrm>
        </p:grpSpPr>
        <p:sp>
          <p:nvSpPr>
            <p:cNvPr id="160" name="Rechteck 159">
              <a:extLst>
                <a:ext uri="{FF2B5EF4-FFF2-40B4-BE49-F238E27FC236}">
                  <a16:creationId xmlns:a16="http://schemas.microsoft.com/office/drawing/2014/main" id="{F84A976D-8F1C-40E9-A57C-457B86273913}"/>
                </a:ext>
              </a:extLst>
            </p:cNvPr>
            <p:cNvSpPr/>
            <p:nvPr/>
          </p:nvSpPr>
          <p:spPr>
            <a:xfrm>
              <a:off x="3984236" y="2186484"/>
              <a:ext cx="605857" cy="276999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900"/>
                <a:t>N-MOSFET</a:t>
              </a:r>
            </a:p>
          </p:txBody>
        </p:sp>
        <p:sp>
          <p:nvSpPr>
            <p:cNvPr id="176" name="Textfeld 175">
              <a:extLst>
                <a:ext uri="{FF2B5EF4-FFF2-40B4-BE49-F238E27FC236}">
                  <a16:creationId xmlns:a16="http://schemas.microsoft.com/office/drawing/2014/main" id="{1EEC4367-9B8A-4594-8660-E936672CF0DB}"/>
                </a:ext>
              </a:extLst>
            </p:cNvPr>
            <p:cNvSpPr txBox="1"/>
            <p:nvPr/>
          </p:nvSpPr>
          <p:spPr>
            <a:xfrm>
              <a:off x="4051792" y="2472865"/>
              <a:ext cx="84960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G</a:t>
              </a:r>
            </a:p>
          </p:txBody>
        </p:sp>
        <p:sp>
          <p:nvSpPr>
            <p:cNvPr id="178" name="Textfeld 177">
              <a:extLst>
                <a:ext uri="{FF2B5EF4-FFF2-40B4-BE49-F238E27FC236}">
                  <a16:creationId xmlns:a16="http://schemas.microsoft.com/office/drawing/2014/main" id="{32A9B4F2-9429-4F3A-991E-AB70A9F72E40}"/>
                </a:ext>
              </a:extLst>
            </p:cNvPr>
            <p:cNvSpPr txBox="1"/>
            <p:nvPr/>
          </p:nvSpPr>
          <p:spPr>
            <a:xfrm>
              <a:off x="4272987" y="2472865"/>
              <a:ext cx="83356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D</a:t>
              </a:r>
            </a:p>
          </p:txBody>
        </p:sp>
        <p:sp>
          <p:nvSpPr>
            <p:cNvPr id="179" name="Textfeld 178">
              <a:extLst>
                <a:ext uri="{FF2B5EF4-FFF2-40B4-BE49-F238E27FC236}">
                  <a16:creationId xmlns:a16="http://schemas.microsoft.com/office/drawing/2014/main" id="{7AEA615A-4963-426D-885C-EAF2A88373CE}"/>
                </a:ext>
              </a:extLst>
            </p:cNvPr>
            <p:cNvSpPr txBox="1"/>
            <p:nvPr/>
          </p:nvSpPr>
          <p:spPr>
            <a:xfrm>
              <a:off x="4492577" y="2472865"/>
              <a:ext cx="62518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S</a:t>
              </a:r>
            </a:p>
          </p:txBody>
        </p:sp>
      </p:grpSp>
      <p:cxnSp>
        <p:nvCxnSpPr>
          <p:cNvPr id="180" name="Verbinder: gewinkelt 179">
            <a:extLst>
              <a:ext uri="{FF2B5EF4-FFF2-40B4-BE49-F238E27FC236}">
                <a16:creationId xmlns:a16="http://schemas.microsoft.com/office/drawing/2014/main" id="{5B5E7380-3128-4176-9910-4A3622569588}"/>
              </a:ext>
            </a:extLst>
          </p:cNvPr>
          <p:cNvCxnSpPr>
            <a:cxnSpLocks/>
            <a:stCxn id="176" idx="2"/>
            <a:endCxn id="69" idx="6"/>
          </p:cNvCxnSpPr>
          <p:nvPr/>
        </p:nvCxnSpPr>
        <p:spPr>
          <a:xfrm rot="16200000" flipV="1">
            <a:off x="3883170" y="1272541"/>
            <a:ext cx="380879" cy="82823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1DDF6A31-153A-4684-B85B-0BA9318A9B7B}"/>
              </a:ext>
            </a:extLst>
          </p:cNvPr>
          <p:cNvCxnSpPr>
            <a:cxnSpLocks/>
            <a:stCxn id="161" idx="2"/>
            <a:endCxn id="69" idx="0"/>
          </p:cNvCxnSpPr>
          <p:nvPr/>
        </p:nvCxnSpPr>
        <p:spPr>
          <a:xfrm rot="10800000" flipV="1">
            <a:off x="3623494" y="1373971"/>
            <a:ext cx="1364541" cy="8624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Ellipse 184">
            <a:extLst>
              <a:ext uri="{FF2B5EF4-FFF2-40B4-BE49-F238E27FC236}">
                <a16:creationId xmlns:a16="http://schemas.microsoft.com/office/drawing/2014/main" id="{966E2781-2962-4404-B5C2-15F515B8F5FE}"/>
              </a:ext>
            </a:extLst>
          </p:cNvPr>
          <p:cNvSpPr/>
          <p:nvPr/>
        </p:nvSpPr>
        <p:spPr>
          <a:xfrm>
            <a:off x="3028909" y="1374590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10k</a:t>
            </a:r>
          </a:p>
        </p:txBody>
      </p:sp>
      <p:cxnSp>
        <p:nvCxnSpPr>
          <p:cNvPr id="186" name="Gerader Verbinder 431">
            <a:extLst>
              <a:ext uri="{FF2B5EF4-FFF2-40B4-BE49-F238E27FC236}">
                <a16:creationId xmlns:a16="http://schemas.microsoft.com/office/drawing/2014/main" id="{8F7B94CA-B0DE-4F71-A54C-9483A5FFFE31}"/>
              </a:ext>
            </a:extLst>
          </p:cNvPr>
          <p:cNvCxnSpPr>
            <a:cxnSpLocks/>
            <a:stCxn id="185" idx="2"/>
            <a:endCxn id="166" idx="2"/>
          </p:cNvCxnSpPr>
          <p:nvPr/>
        </p:nvCxnSpPr>
        <p:spPr>
          <a:xfrm rot="10800000">
            <a:off x="2759811" y="1385480"/>
            <a:ext cx="269098" cy="1146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Verbinder: gewinkelt 190">
            <a:extLst>
              <a:ext uri="{FF2B5EF4-FFF2-40B4-BE49-F238E27FC236}">
                <a16:creationId xmlns:a16="http://schemas.microsoft.com/office/drawing/2014/main" id="{B6D39CE3-FAC7-4B2A-8625-AF8E26A743B3}"/>
              </a:ext>
            </a:extLst>
          </p:cNvPr>
          <p:cNvCxnSpPr>
            <a:cxnSpLocks/>
            <a:stCxn id="168" idx="2"/>
            <a:endCxn id="69" idx="4"/>
          </p:cNvCxnSpPr>
          <p:nvPr/>
        </p:nvCxnSpPr>
        <p:spPr>
          <a:xfrm rot="5400000" flipH="1" flipV="1">
            <a:off x="2847818" y="1662780"/>
            <a:ext cx="906237" cy="645111"/>
          </a:xfrm>
          <a:prstGeom prst="bentConnector3">
            <a:avLst>
              <a:gd name="adj1" fmla="val -25225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Gerader Verbinder 431">
            <a:extLst>
              <a:ext uri="{FF2B5EF4-FFF2-40B4-BE49-F238E27FC236}">
                <a16:creationId xmlns:a16="http://schemas.microsoft.com/office/drawing/2014/main" id="{D2CCCB28-6CD5-46B7-B5F4-04CB42EEC64A}"/>
              </a:ext>
            </a:extLst>
          </p:cNvPr>
          <p:cNvCxnSpPr>
            <a:cxnSpLocks/>
            <a:stCxn id="175" idx="3"/>
            <a:endCxn id="251" idx="4"/>
          </p:cNvCxnSpPr>
          <p:nvPr/>
        </p:nvCxnSpPr>
        <p:spPr>
          <a:xfrm flipV="1">
            <a:off x="3439205" y="1995937"/>
            <a:ext cx="304872" cy="36172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Ellipse 68">
            <a:extLst>
              <a:ext uri="{FF2B5EF4-FFF2-40B4-BE49-F238E27FC236}">
                <a16:creationId xmlns:a16="http://schemas.microsoft.com/office/drawing/2014/main" id="{B5D2AC3F-7CD9-42E5-A886-F22CA1D81B97}"/>
              </a:ext>
            </a:extLst>
          </p:cNvPr>
          <p:cNvSpPr/>
          <p:nvPr/>
        </p:nvSpPr>
        <p:spPr>
          <a:xfrm>
            <a:off x="3587493" y="146021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38" name="Gerader Verbinder 431">
            <a:extLst>
              <a:ext uri="{FF2B5EF4-FFF2-40B4-BE49-F238E27FC236}">
                <a16:creationId xmlns:a16="http://schemas.microsoft.com/office/drawing/2014/main" id="{88ECF133-529A-4569-96DA-C1B781F1CFB1}"/>
              </a:ext>
            </a:extLst>
          </p:cNvPr>
          <p:cNvCxnSpPr>
            <a:cxnSpLocks/>
            <a:stCxn id="185" idx="6"/>
            <a:endCxn id="69" idx="2"/>
          </p:cNvCxnSpPr>
          <p:nvPr/>
        </p:nvCxnSpPr>
        <p:spPr>
          <a:xfrm flipV="1">
            <a:off x="3373340" y="1496217"/>
            <a:ext cx="214153" cy="3905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Ellipse 246">
            <a:extLst>
              <a:ext uri="{FF2B5EF4-FFF2-40B4-BE49-F238E27FC236}">
                <a16:creationId xmlns:a16="http://schemas.microsoft.com/office/drawing/2014/main" id="{F098AA25-782F-41E4-AD26-AAFE16B6CBB1}"/>
              </a:ext>
            </a:extLst>
          </p:cNvPr>
          <p:cNvSpPr/>
          <p:nvPr/>
        </p:nvSpPr>
        <p:spPr>
          <a:xfrm>
            <a:off x="2997424" y="1698483"/>
            <a:ext cx="385320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100k</a:t>
            </a:r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2BE6A0CF-87A5-4E68-B9D2-2020879B7FE0}"/>
              </a:ext>
            </a:extLst>
          </p:cNvPr>
          <p:cNvSpPr/>
          <p:nvPr/>
        </p:nvSpPr>
        <p:spPr>
          <a:xfrm>
            <a:off x="3708077" y="192393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4" name="Gerader Verbinder 431">
            <a:extLst>
              <a:ext uri="{FF2B5EF4-FFF2-40B4-BE49-F238E27FC236}">
                <a16:creationId xmlns:a16="http://schemas.microsoft.com/office/drawing/2014/main" id="{B99F985D-D8B6-4BAA-BCBF-572239B5B2D4}"/>
              </a:ext>
            </a:extLst>
          </p:cNvPr>
          <p:cNvCxnSpPr>
            <a:cxnSpLocks/>
            <a:stCxn id="251" idx="0"/>
            <a:endCxn id="247" idx="6"/>
          </p:cNvCxnSpPr>
          <p:nvPr/>
        </p:nvCxnSpPr>
        <p:spPr>
          <a:xfrm rot="16200000" flipV="1">
            <a:off x="3513450" y="1693309"/>
            <a:ext cx="99922" cy="36133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Gerader Verbinder 431">
            <a:extLst>
              <a:ext uri="{FF2B5EF4-FFF2-40B4-BE49-F238E27FC236}">
                <a16:creationId xmlns:a16="http://schemas.microsoft.com/office/drawing/2014/main" id="{2F687355-5A09-41F1-BA57-3EDB03EC2C3D}"/>
              </a:ext>
            </a:extLst>
          </p:cNvPr>
          <p:cNvCxnSpPr>
            <a:cxnSpLocks/>
            <a:stCxn id="179" idx="3"/>
            <a:endCxn id="251" idx="6"/>
          </p:cNvCxnSpPr>
          <p:nvPr/>
        </p:nvCxnSpPr>
        <p:spPr>
          <a:xfrm flipH="1">
            <a:off x="3780077" y="1957887"/>
            <a:ext cx="246824" cy="205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Gerader Verbinder 431">
            <a:extLst>
              <a:ext uri="{FF2B5EF4-FFF2-40B4-BE49-F238E27FC236}">
                <a16:creationId xmlns:a16="http://schemas.microsoft.com/office/drawing/2014/main" id="{9FDD763F-E700-4A72-86C4-B75F66D1CB87}"/>
              </a:ext>
            </a:extLst>
          </p:cNvPr>
          <p:cNvCxnSpPr>
            <a:cxnSpLocks/>
            <a:stCxn id="247" idx="2"/>
            <a:endCxn id="166" idx="2"/>
          </p:cNvCxnSpPr>
          <p:nvPr/>
        </p:nvCxnSpPr>
        <p:spPr>
          <a:xfrm rot="10800000">
            <a:off x="2759812" y="1385479"/>
            <a:ext cx="237613" cy="4385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2769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FAAD9B-B56C-466D-8E27-474912758FAD}"/>
              </a:ext>
            </a:extLst>
          </p:cNvPr>
          <p:cNvSpPr txBox="1"/>
          <p:nvPr/>
        </p:nvSpPr>
        <p:spPr>
          <a:xfrm>
            <a:off x="404503" y="4003040"/>
            <a:ext cx="43492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VCC drainage vermeiden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Elko 100 µF zwischen Arduino 5V und GND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Diode 1N4007 vor Arduino 5V</a:t>
            </a:r>
          </a:p>
        </p:txBody>
      </p:sp>
      <p:sp>
        <p:nvSpPr>
          <p:cNvPr id="3" name="AutoShape 4" descr="DFPlayer Mini MP3 Module: Elevate Your Arduino &amp; ESP32 Sound Projects">
            <a:extLst>
              <a:ext uri="{FF2B5EF4-FFF2-40B4-BE49-F238E27FC236}">
                <a16:creationId xmlns:a16="http://schemas.microsoft.com/office/drawing/2014/main" id="{379C2094-691E-4B91-A8C3-F1203032FE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D1957FB-54CB-4560-8A0C-FED8C388E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2024" y="0"/>
            <a:ext cx="4159975" cy="247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709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4071</Words>
  <Application>Microsoft Office PowerPoint</Application>
  <PresentationFormat>Breitbild</PresentationFormat>
  <Paragraphs>1468</Paragraphs>
  <Slides>57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57</vt:i4>
      </vt:variant>
    </vt:vector>
  </HeadingPairs>
  <TitlesOfParts>
    <vt:vector size="66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CD4066 Specification</vt:lpstr>
      <vt:lpstr>CD4066 Gadget Dispatch Block</vt:lpstr>
      <vt:lpstr>PowerPoint-Präsentation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Core Module</vt:lpstr>
      <vt:lpstr>PowerPoint-Präsentation</vt:lpstr>
      <vt:lpstr>PowerPoint-Präsentation</vt:lpstr>
      <vt:lpstr>SD Modul</vt:lpstr>
      <vt:lpstr>Pegel Wandler</vt:lpstr>
      <vt:lpstr>Rotary Encoder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Backlight Pin (BL)</vt:lpstr>
      <vt:lpstr>Datenleitungen schützen</vt:lpstr>
      <vt:lpstr>Datenleitungen schützen</vt:lpstr>
      <vt:lpstr>Numpad Module</vt:lpstr>
      <vt:lpstr>Numpad Module</vt:lpstr>
      <vt:lpstr>Lingo Bingo</vt:lpstr>
      <vt:lpstr>Lingo Bingo Gadget</vt:lpstr>
      <vt:lpstr>PowerPoint-Präsentation</vt:lpstr>
      <vt:lpstr>Lingo Bingo Controls</vt:lpstr>
      <vt:lpstr>Lingo Bingo Frame</vt:lpstr>
      <vt:lpstr>PowerPoint-Präsentation</vt:lpstr>
      <vt:lpstr>Storybook</vt:lpstr>
      <vt:lpstr>Storybook Gadget</vt:lpstr>
      <vt:lpstr>PowerPoint-Präsentation</vt:lpstr>
      <vt:lpstr>SD Modul</vt:lpstr>
      <vt:lpstr>Pegel Wandler</vt:lpstr>
      <vt:lpstr>PowerPoint-Präsentation</vt:lpstr>
      <vt:lpstr>Settings</vt:lpstr>
      <vt:lpstr>Portsettings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PCF8574 Masterselect</vt:lpstr>
      <vt:lpstr>Resources</vt:lpstr>
      <vt:lpstr>Sound Module</vt:lpstr>
      <vt:lpstr>Sound Module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583</cp:revision>
  <cp:lastPrinted>2026-10-25T17:57:16Z</cp:lastPrinted>
  <dcterms:created xsi:type="dcterms:W3CDTF">2026-09-05T16:43:31Z</dcterms:created>
  <dcterms:modified xsi:type="dcterms:W3CDTF">2026-10-26T17:47:18Z</dcterms:modified>
</cp:coreProperties>
</file>