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85" r:id="rId4"/>
    <p:sldId id="280" r:id="rId5"/>
    <p:sldId id="279" r:id="rId6"/>
    <p:sldId id="262" r:id="rId7"/>
    <p:sldId id="282" r:id="rId8"/>
    <p:sldId id="263" r:id="rId9"/>
    <p:sldId id="284" r:id="rId10"/>
    <p:sldId id="283" r:id="rId11"/>
    <p:sldId id="259" r:id="rId12"/>
    <p:sldId id="287" r:id="rId13"/>
    <p:sldId id="286" r:id="rId14"/>
    <p:sldId id="264" r:id="rId15"/>
    <p:sldId id="265" r:id="rId16"/>
    <p:sldId id="266" r:id="rId17"/>
    <p:sldId id="257" r:id="rId18"/>
    <p:sldId id="258" r:id="rId19"/>
    <p:sldId id="273" r:id="rId20"/>
    <p:sldId id="267" r:id="rId21"/>
    <p:sldId id="268" r:id="rId22"/>
    <p:sldId id="269" r:id="rId23"/>
    <p:sldId id="274" r:id="rId24"/>
    <p:sldId id="272" r:id="rId25"/>
    <p:sldId id="271" r:id="rId26"/>
    <p:sldId id="275" r:id="rId27"/>
    <p:sldId id="270" r:id="rId28"/>
    <p:sldId id="276" r:id="rId29"/>
    <p:sldId id="277" r:id="rId30"/>
    <p:sldId id="278" r:id="rId3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3331391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6577057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992404" y="3114675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Sound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7929120" y="1746247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7929698" y="2240369"/>
            <a:ext cx="680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Volume</a:t>
            </a:r>
            <a:br>
              <a:rPr lang="de-DE" sz="1200"/>
            </a:br>
            <a:r>
              <a:rPr lang="de-DE" sz="1200"/>
              <a:t>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 flipV="1">
            <a:off x="7658100" y="1884746"/>
            <a:ext cx="27102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7658100" y="2471202"/>
            <a:ext cx="2715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  <a:endCxn id="5" idx="0"/>
          </p:cNvCxnSpPr>
          <p:nvPr/>
        </p:nvCxnSpPr>
        <p:spPr>
          <a:xfrm>
            <a:off x="5992404" y="1421564"/>
            <a:ext cx="1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7" y="1076069"/>
            <a:ext cx="6400362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37830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07657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7" idx="3"/>
          </p:cNvCxnSpPr>
          <p:nvPr/>
        </p:nvCxnSpPr>
        <p:spPr>
          <a:xfrm>
            <a:off x="2457597" y="1872818"/>
            <a:ext cx="6400362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7110955" y="603934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Gadget</a:t>
            </a:r>
            <a:br>
              <a:rPr lang="de-DE" sz="1050"/>
            </a:br>
            <a:r>
              <a:rPr lang="de-DE" sz="1050"/>
              <a:t>Selector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983242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53069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5"/>
          </p:cNvCxnSpPr>
          <p:nvPr/>
        </p:nvCxnSpPr>
        <p:spPr>
          <a:xfrm>
            <a:off x="7891444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7244866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>
            <a:off x="7568155" y="1518334"/>
            <a:ext cx="0" cy="3544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4214649" y="3410403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2269821"/>
            <a:ext cx="6333964" cy="18183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132677" y="4168757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54937" y="4164092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428369" y="450860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021677" y="296061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flipH="1" flipV="1">
            <a:off x="7879253" y="3544702"/>
            <a:ext cx="1" cy="379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724563" y="3383119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025441" y="3376491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1"/>
            <a:endCxn id="208" idx="2"/>
          </p:cNvCxnSpPr>
          <p:nvPr/>
        </p:nvCxnSpPr>
        <p:spPr>
          <a:xfrm rot="10800000">
            <a:off x="7997147" y="4200905"/>
            <a:ext cx="1246269" cy="146721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49674" y="3923905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187395" y="2510178"/>
            <a:ext cx="363734" cy="537138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endCxn id="8" idx="3"/>
          </p:cNvCxnSpPr>
          <p:nvPr/>
        </p:nvCxnSpPr>
        <p:spPr>
          <a:xfrm rot="10800000" flipV="1">
            <a:off x="5456850" y="2525788"/>
            <a:ext cx="3363303" cy="414929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1"/>
            <a:endCxn id="73" idx="0"/>
          </p:cNvCxnSpPr>
          <p:nvPr/>
        </p:nvCxnSpPr>
        <p:spPr>
          <a:xfrm rot="10800000" flipV="1">
            <a:off x="8602691" y="2596879"/>
            <a:ext cx="226861" cy="45148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8165749" y="3538074"/>
            <a:ext cx="1558" cy="398356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endCxn id="334" idx="6"/>
          </p:cNvCxnSpPr>
          <p:nvPr/>
        </p:nvCxnSpPr>
        <p:spPr>
          <a:xfrm flipH="1">
            <a:off x="6753356" y="3544702"/>
            <a:ext cx="1116000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86024" y="4210324"/>
            <a:ext cx="1778038" cy="262162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9243415" y="4049309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6849070" y="4219211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8142460" y="5220676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63637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506375" y="1379879"/>
            <a:ext cx="7757726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7797392" y="2812718"/>
            <a:ext cx="8274" cy="116963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7723654" y="3982346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560412" y="1477430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sp>
        <p:nvSpPr>
          <p:cNvPr id="140" name="Ellipse 139">
            <a:extLst>
              <a:ext uri="{FF2B5EF4-FFF2-40B4-BE49-F238E27FC236}">
                <a16:creationId xmlns:a16="http://schemas.microsoft.com/office/drawing/2014/main" id="{E26FDBB4-88AA-471E-898A-9E497082372C}"/>
              </a:ext>
            </a:extLst>
          </p:cNvPr>
          <p:cNvSpPr/>
          <p:nvPr/>
        </p:nvSpPr>
        <p:spPr>
          <a:xfrm>
            <a:off x="7364903" y="3532871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604A2B-2E31-4D01-BA10-ACBA897060F0}"/>
              </a:ext>
            </a:extLst>
          </p:cNvPr>
          <p:cNvCxnSpPr>
            <a:cxnSpLocks/>
            <a:stCxn id="140" idx="6"/>
          </p:cNvCxnSpPr>
          <p:nvPr/>
        </p:nvCxnSpPr>
        <p:spPr>
          <a:xfrm>
            <a:off x="7652656" y="3658403"/>
            <a:ext cx="153010" cy="3239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</p:cNvCxnSpPr>
          <p:nvPr/>
        </p:nvCxnSpPr>
        <p:spPr>
          <a:xfrm>
            <a:off x="8092404" y="2812718"/>
            <a:ext cx="10148" cy="1169628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2EFEC8B-D998-4BB2-9772-3EE5188DE519}"/>
              </a:ext>
            </a:extLst>
          </p:cNvPr>
          <p:cNvCxnSpPr>
            <a:cxnSpLocks/>
            <a:stCxn id="140" idx="2"/>
            <a:endCxn id="357" idx="3"/>
          </p:cNvCxnSpPr>
          <p:nvPr/>
        </p:nvCxnSpPr>
        <p:spPr>
          <a:xfrm flipH="1" flipV="1">
            <a:off x="7083595" y="3648839"/>
            <a:ext cx="281308" cy="956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028423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7723654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633438" y="250542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6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604846" y="2891115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8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551946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517714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2860125" y="1909449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696570" y="801195"/>
            <a:ext cx="22376" cy="2311624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377685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682726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11751" y="3499034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09345" y="3708193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90" name="Textfeld 289">
            <a:extLst>
              <a:ext uri="{FF2B5EF4-FFF2-40B4-BE49-F238E27FC236}">
                <a16:creationId xmlns:a16="http://schemas.microsoft.com/office/drawing/2014/main" id="{FB4FEE0E-8F76-4342-A759-EF8C04797898}"/>
              </a:ext>
            </a:extLst>
          </p:cNvPr>
          <p:cNvSpPr txBox="1"/>
          <p:nvPr/>
        </p:nvSpPr>
        <p:spPr>
          <a:xfrm>
            <a:off x="3194630" y="313196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62433" y="3268642"/>
            <a:ext cx="1084181" cy="31118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4379" y="3268642"/>
            <a:ext cx="1417276" cy="5203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3358146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3661875"/>
            <a:ext cx="2055705" cy="680234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698652" y="3131963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125986" y="2550950"/>
            <a:ext cx="1437562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852903" y="289895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77746" y="2587940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 flipH="1">
            <a:off x="7960890" y="4259345"/>
            <a:ext cx="737" cy="25494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 flipV="1">
            <a:off x="891111" y="2846214"/>
            <a:ext cx="1508105" cy="3052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3499034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408069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sp>
        <p:nvSpPr>
          <p:cNvPr id="357" name="Textfeld 356">
            <a:extLst>
              <a:ext uri="{FF2B5EF4-FFF2-40B4-BE49-F238E27FC236}">
                <a16:creationId xmlns:a16="http://schemas.microsoft.com/office/drawing/2014/main" id="{3259B324-28F6-4CE3-925D-AD7F51F4589E}"/>
              </a:ext>
            </a:extLst>
          </p:cNvPr>
          <p:cNvSpPr txBox="1"/>
          <p:nvPr/>
        </p:nvSpPr>
        <p:spPr>
          <a:xfrm>
            <a:off x="6937721" y="356804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</p:cNvCxnSpPr>
          <p:nvPr/>
        </p:nvCxnSpPr>
        <p:spPr>
          <a:xfrm flipV="1">
            <a:off x="2670358" y="2789063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</p:cNvCxnSpPr>
          <p:nvPr/>
        </p:nvCxnSpPr>
        <p:spPr>
          <a:xfrm flipV="1">
            <a:off x="2670358" y="2893838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156926" y="4185747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5929115" y="3103856"/>
            <a:ext cx="56906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      7 (10)</a:t>
            </a:r>
          </a:p>
        </p:txBody>
      </p:sp>
      <p:sp>
        <p:nvSpPr>
          <p:cNvPr id="445" name="Textfeld 444">
            <a:extLst>
              <a:ext uri="{FF2B5EF4-FFF2-40B4-BE49-F238E27FC236}">
                <a16:creationId xmlns:a16="http://schemas.microsoft.com/office/drawing/2014/main" id="{184794FA-478A-4B54-8587-1D5C3082235D}"/>
              </a:ext>
            </a:extLst>
          </p:cNvPr>
          <p:cNvSpPr txBox="1"/>
          <p:nvPr/>
        </p:nvSpPr>
        <p:spPr>
          <a:xfrm>
            <a:off x="6766013" y="2247663"/>
            <a:ext cx="259686" cy="3231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 b="1"/>
              <a:t>5V</a:t>
            </a:r>
            <a:br>
              <a:rPr lang="de-DE" sz="1050" b="1"/>
            </a:br>
            <a:r>
              <a:rPr lang="de-DE" sz="1050" b="1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250866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222115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447513" y="2812718"/>
            <a:ext cx="3052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374422" y="2651135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5843719" y="3426422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stCxn id="482" idx="1"/>
          </p:cNvCxnSpPr>
          <p:nvPr/>
        </p:nvCxnSpPr>
        <p:spPr>
          <a:xfrm flipV="1">
            <a:off x="5947162" y="3304930"/>
            <a:ext cx="0" cy="172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7"/>
          </p:cNvCxnSpPr>
          <p:nvPr/>
        </p:nvCxnSpPr>
        <p:spPr>
          <a:xfrm flipH="1" flipV="1">
            <a:off x="6441176" y="3288522"/>
            <a:ext cx="0" cy="188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6488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1245516"/>
            <a:ext cx="19320" cy="7616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492466" y="394404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6937721" y="393481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83" idx="3"/>
          </p:cNvCxnSpPr>
          <p:nvPr/>
        </p:nvCxnSpPr>
        <p:spPr>
          <a:xfrm>
            <a:off x="7083595" y="4015602"/>
            <a:ext cx="640059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244021" y="4010295"/>
            <a:ext cx="248445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30B57D2F-5972-43B8-AE11-71DF6CB1BE22}"/>
              </a:ext>
            </a:extLst>
          </p:cNvPr>
          <p:cNvSpPr txBox="1"/>
          <p:nvPr/>
        </p:nvSpPr>
        <p:spPr>
          <a:xfrm>
            <a:off x="6542462" y="2635043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5V and GND connections </a:t>
            </a:r>
            <a:br>
              <a:rPr lang="de-DE" sz="800"/>
            </a:br>
            <a:r>
              <a:rPr lang="de-DE" sz="800"/>
              <a:t>not shown in diagram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348748" y="451429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</p:spTree>
    <p:extLst>
      <p:ext uri="{BB962C8B-B14F-4D97-AF65-F5344CB8AC3E}">
        <p14:creationId xmlns:p14="http://schemas.microsoft.com/office/powerpoint/2010/main" val="16849816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nbelegung des DFPlayer Mini">
            <a:extLst>
              <a:ext uri="{FF2B5EF4-FFF2-40B4-BE49-F238E27FC236}">
                <a16:creationId xmlns:a16="http://schemas.microsoft.com/office/drawing/2014/main" id="{802EE27A-3205-44B8-B56B-5C4229C34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6035" y="93133"/>
            <a:ext cx="3224107" cy="237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</p:spTree>
    <p:extLst>
      <p:ext uri="{BB962C8B-B14F-4D97-AF65-F5344CB8AC3E}">
        <p14:creationId xmlns:p14="http://schemas.microsoft.com/office/powerpoint/2010/main" val="10369435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F19D6DD-8014-42AF-8934-E707A82513EE}"/>
              </a:ext>
            </a:extLst>
          </p:cNvPr>
          <p:cNvSpPr/>
          <p:nvPr/>
        </p:nvSpPr>
        <p:spPr>
          <a:xfrm>
            <a:off x="4138178" y="396856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26E1315-530F-4280-B276-C6F3FE6BAFD8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4294728" y="4245559"/>
            <a:ext cx="0" cy="329551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89763073-C3BA-414E-B6A2-15128BC95EDC}"/>
              </a:ext>
            </a:extLst>
          </p:cNvPr>
          <p:cNvSpPr txBox="1"/>
          <p:nvPr/>
        </p:nvSpPr>
        <p:spPr>
          <a:xfrm>
            <a:off x="3917471" y="3751859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34" name="Verbinder: gewinkelt 470">
            <a:extLst>
              <a:ext uri="{FF2B5EF4-FFF2-40B4-BE49-F238E27FC236}">
                <a16:creationId xmlns:a16="http://schemas.microsoft.com/office/drawing/2014/main" id="{B613DC5D-5139-4BC4-971B-5598FFAA5037}"/>
              </a:ext>
            </a:extLst>
          </p:cNvPr>
          <p:cNvCxnSpPr>
            <a:cxnSpLocks/>
          </p:cNvCxnSpPr>
          <p:nvPr/>
        </p:nvCxnSpPr>
        <p:spPr>
          <a:xfrm>
            <a:off x="4248548" y="3806977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Verbinder: gewinkelt 470">
            <a:extLst>
              <a:ext uri="{FF2B5EF4-FFF2-40B4-BE49-F238E27FC236}">
                <a16:creationId xmlns:a16="http://schemas.microsoft.com/office/drawing/2014/main" id="{E4A80945-05A5-4817-BFC5-9632A7967140}"/>
              </a:ext>
            </a:extLst>
          </p:cNvPr>
          <p:cNvCxnSpPr>
            <a:cxnSpLocks/>
          </p:cNvCxnSpPr>
          <p:nvPr/>
        </p:nvCxnSpPr>
        <p:spPr>
          <a:xfrm>
            <a:off x="4400948" y="3802363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6867D794-AEDF-4514-9C4D-9D81DC9CB0E0}"/>
              </a:ext>
            </a:extLst>
          </p:cNvPr>
          <p:cNvSpPr txBox="1"/>
          <p:nvPr/>
        </p:nvSpPr>
        <p:spPr>
          <a:xfrm>
            <a:off x="4465623" y="374858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2144970" y="57729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924447" y="55266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4060845" y="78297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5226848" y="78297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904680" y="78297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9074507" y="78297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952895" y="273627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7119563" y="342712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2064348" y="289466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919616" y="327403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462365" y="178016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 flipH="1">
            <a:off x="9055187" y="2376795"/>
            <a:ext cx="19320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994115" y="178016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606257" y="127186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240049" y="139067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883231" y="145193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623100" y="326554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8049667" y="327403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685130" y="241310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993519" y="241310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272546" y="241310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4037896" y="241310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887319" y="368785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832816" y="346343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4076369" y="257469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399986" y="257469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539147" y="412812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5042654" y="412812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546161" y="412812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8049667" y="412812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</p:spTree>
    <p:extLst>
      <p:ext uri="{BB962C8B-B14F-4D97-AF65-F5344CB8AC3E}">
        <p14:creationId xmlns:p14="http://schemas.microsoft.com/office/powerpoint/2010/main" val="40154046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80336A-2C14-4FEC-85A0-9D5B6CDF6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12568098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4603032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27545220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1679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518714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03158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5286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51822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2937933" y="19187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</a:t>
            </a:r>
            <a:br>
              <a:rPr lang="de-DE"/>
            </a:br>
            <a:r>
              <a:rPr lang="de-DE"/>
              <a:t>via PCF8574-I2C-Extender </a:t>
            </a:r>
          </a:p>
        </p:txBody>
      </p:sp>
    </p:spTree>
    <p:extLst>
      <p:ext uri="{BB962C8B-B14F-4D97-AF65-F5344CB8AC3E}">
        <p14:creationId xmlns:p14="http://schemas.microsoft.com/office/powerpoint/2010/main" val="28986943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9D741F4-C260-4D0D-8F9B-0EFCB518A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mit PCF8574-I2C-Extender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A600936-894A-4E04-96B5-35778B4704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544" y="1109926"/>
            <a:ext cx="3658111" cy="379147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2E055918-B16F-4AF6-8747-610C43F91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1822" y="1109926"/>
            <a:ext cx="3505689" cy="3620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6527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73105E-EA86-4ECB-BFF8-63388DB95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05104AE-C84D-4C6B-A540-B767602A6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65" y="1523734"/>
            <a:ext cx="3896269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556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1710</Words>
  <Application>Microsoft Office PowerPoint</Application>
  <PresentationFormat>Breitbild</PresentationFormat>
  <Paragraphs>506</Paragraphs>
  <Slides>30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36" baseType="lpstr">
      <vt:lpstr>Arial</vt:lpstr>
      <vt:lpstr>Calibri</vt:lpstr>
      <vt:lpstr>Consolas</vt:lpstr>
      <vt:lpstr>Henny Penny</vt:lpstr>
      <vt:lpstr>Milkyway DEMO</vt:lpstr>
      <vt:lpstr>Office</vt:lpstr>
      <vt:lpstr>Activity Board</vt:lpstr>
      <vt:lpstr>Activity Board Übersicht</vt:lpstr>
      <vt:lpstr>Standard Specifications</vt:lpstr>
      <vt:lpstr>Activity Bus Board</vt:lpstr>
      <vt:lpstr>Activity Bus Board</vt:lpstr>
      <vt:lpstr>Connecting Periphericals and Gadgets via Activity Bus Board</vt:lpstr>
      <vt:lpstr>Power Supply</vt:lpstr>
      <vt:lpstr>Power Supply</vt:lpstr>
      <vt:lpstr>Sound Module</vt:lpstr>
      <vt:lpstr>Sound Module</vt:lpstr>
      <vt:lpstr>PowerPoint-Präsentation</vt:lpstr>
      <vt:lpstr>Numpad Module</vt:lpstr>
      <vt:lpstr>Numpad Module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 Supply Board</vt:lpstr>
      <vt:lpstr>Power Board Panel Laser Template Controls</vt:lpstr>
      <vt:lpstr>Power Board Panel Laser Template Labels</vt:lpstr>
      <vt:lpstr>Power Board Panel Laser Template Frame</vt:lpstr>
      <vt:lpstr>Lingo Bingo</vt:lpstr>
      <vt:lpstr>Lingo Bingo Controls</vt:lpstr>
      <vt:lpstr>Lingo Bingo Frame</vt:lpstr>
      <vt:lpstr>PowerPoint-Präsentation</vt:lpstr>
      <vt:lpstr>PowerPoint-Präsentation</vt:lpstr>
      <vt:lpstr>Numpad via PCF8574-I2C-Extender </vt:lpstr>
      <vt:lpstr>Numpad mit PCF8574-I2C-Extender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264</cp:revision>
  <dcterms:created xsi:type="dcterms:W3CDTF">2026-09-05T16:43:31Z</dcterms:created>
  <dcterms:modified xsi:type="dcterms:W3CDTF">2026-09-26T23:17:01Z</dcterms:modified>
</cp:coreProperties>
</file>