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297" r:id="rId22"/>
    <p:sldId id="298" r:id="rId23"/>
    <p:sldId id="296" r:id="rId24"/>
    <p:sldId id="291" r:id="rId25"/>
    <p:sldId id="290" r:id="rId26"/>
    <p:sldId id="292" r:id="rId27"/>
    <p:sldId id="274" r:id="rId28"/>
    <p:sldId id="293" r:id="rId29"/>
    <p:sldId id="272" r:id="rId30"/>
    <p:sldId id="271" r:id="rId31"/>
    <p:sldId id="275" r:id="rId32"/>
    <p:sldId id="294" r:id="rId33"/>
    <p:sldId id="265" r:id="rId34"/>
    <p:sldId id="266" r:id="rId35"/>
    <p:sldId id="257" r:id="rId36"/>
    <p:sldId id="258" r:id="rId37"/>
    <p:sldId id="270" r:id="rId38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2764" autoAdjust="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03.10.2026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385370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 Selection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7175710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64375" y="433544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397162"/>
              </p:ext>
            </p:extLst>
          </p:nvPr>
        </p:nvGraphicFramePr>
        <p:xfrm>
          <a:off x="143931" y="76200"/>
          <a:ext cx="1175173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7769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499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5033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24933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0604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08821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94754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71543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60892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504507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334132">
            <a:off x="1723528" y="1257300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8196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636211"/>
              </p:ext>
            </p:extLst>
          </p:nvPr>
        </p:nvGraphicFramePr>
        <p:xfrm>
          <a:off x="2310535" y="323852"/>
          <a:ext cx="6058819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62304654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rowSpan="2"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BL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693155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v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3V3)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01895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2532</Words>
  <Application>Microsoft Office PowerPoint</Application>
  <PresentationFormat>Breitbild</PresentationFormat>
  <Paragraphs>822</Paragraphs>
  <Slides>37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6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PowerPoint-Präsentation</vt:lpstr>
      <vt:lpstr>SD Modul</vt:lpstr>
      <vt:lpstr>Pegel Wandler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extras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382</cp:revision>
  <cp:lastPrinted>2026-10-01T17:34:18Z</cp:lastPrinted>
  <dcterms:created xsi:type="dcterms:W3CDTF">2026-09-05T16:43:31Z</dcterms:created>
  <dcterms:modified xsi:type="dcterms:W3CDTF">2026-10-03T15:46:52Z</dcterms:modified>
</cp:coreProperties>
</file>