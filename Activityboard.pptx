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76" r:id="rId17"/>
    <p:sldId id="288" r:id="rId18"/>
    <p:sldId id="295" r:id="rId19"/>
    <p:sldId id="307" r:id="rId20"/>
    <p:sldId id="308" r:id="rId21"/>
    <p:sldId id="313" r:id="rId22"/>
    <p:sldId id="318" r:id="rId23"/>
    <p:sldId id="319" r:id="rId24"/>
    <p:sldId id="296" r:id="rId25"/>
    <p:sldId id="320" r:id="rId26"/>
    <p:sldId id="317" r:id="rId27"/>
    <p:sldId id="291" r:id="rId28"/>
    <p:sldId id="290" r:id="rId29"/>
    <p:sldId id="292" r:id="rId30"/>
    <p:sldId id="287" r:id="rId31"/>
    <p:sldId id="286" r:id="rId32"/>
    <p:sldId id="274" r:id="rId33"/>
    <p:sldId id="293" r:id="rId34"/>
    <p:sldId id="312" r:id="rId35"/>
    <p:sldId id="321" r:id="rId36"/>
    <p:sldId id="272" r:id="rId37"/>
    <p:sldId id="271" r:id="rId38"/>
    <p:sldId id="275" r:id="rId39"/>
    <p:sldId id="299" r:id="rId40"/>
    <p:sldId id="300" r:id="rId41"/>
    <p:sldId id="323" r:id="rId42"/>
    <p:sldId id="303" r:id="rId43"/>
    <p:sldId id="304" r:id="rId44"/>
    <p:sldId id="305" r:id="rId45"/>
    <p:sldId id="306" r:id="rId46"/>
    <p:sldId id="322" r:id="rId47"/>
    <p:sldId id="310" r:id="rId48"/>
    <p:sldId id="311" r:id="rId49"/>
    <p:sldId id="294" r:id="rId50"/>
    <p:sldId id="301" r:id="rId51"/>
    <p:sldId id="302" r:id="rId52"/>
    <p:sldId id="265" r:id="rId53"/>
    <p:sldId id="266" r:id="rId54"/>
    <p:sldId id="257" r:id="rId55"/>
    <p:sldId id="258" r:id="rId56"/>
    <p:sldId id="309" r:id="rId57"/>
    <p:sldId id="270" r:id="rId58"/>
    <p:sldId id="284" r:id="rId59"/>
    <p:sldId id="283" r:id="rId60"/>
    <p:sldId id="259" r:id="rId61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604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537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Core Module</a:t>
            </a:r>
          </a:p>
        </p:txBody>
      </p:sp>
    </p:spTree>
    <p:extLst>
      <p:ext uri="{BB962C8B-B14F-4D97-AF65-F5344CB8AC3E}">
        <p14:creationId xmlns:p14="http://schemas.microsoft.com/office/powerpoint/2010/main" val="205652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3030809" y="514350"/>
            <a:ext cx="6130382" cy="34411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wordArtVert"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1234398" y="427052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2257466" y="1005287"/>
            <a:ext cx="1890499" cy="2687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1033182" y="733846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4154721" y="234458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5410089" y="4257607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6655321" y="4124692"/>
            <a:ext cx="5347" cy="132915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5410089" y="3847693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  <a:stCxn id="83" idx="0"/>
            <a:endCxn id="84" idx="2"/>
          </p:cNvCxnSpPr>
          <p:nvPr/>
        </p:nvCxnSpPr>
        <p:spPr>
          <a:xfrm flipH="1" flipV="1">
            <a:off x="6042326" y="3010308"/>
            <a:ext cx="76230" cy="61946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6334353" y="3010308"/>
            <a:ext cx="11054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  <a:stCxn id="76" idx="0"/>
            <a:endCxn id="81" idx="2"/>
          </p:cNvCxnSpPr>
          <p:nvPr/>
        </p:nvCxnSpPr>
        <p:spPr>
          <a:xfrm flipH="1" flipV="1">
            <a:off x="5773710" y="3010308"/>
            <a:ext cx="60557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  <a:stCxn id="75" idx="0"/>
            <a:endCxn id="80" idx="2"/>
          </p:cNvCxnSpPr>
          <p:nvPr/>
        </p:nvCxnSpPr>
        <p:spPr>
          <a:xfrm flipV="1">
            <a:off x="5539558" y="3010308"/>
            <a:ext cx="1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  <a:endCxn id="79" idx="2"/>
          </p:cNvCxnSpPr>
          <p:nvPr/>
        </p:nvCxnSpPr>
        <p:spPr>
          <a:xfrm flipH="1" flipV="1">
            <a:off x="6648488" y="3010308"/>
            <a:ext cx="12181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  <a:stCxn id="73" idx="0"/>
          </p:cNvCxnSpPr>
          <p:nvPr/>
        </p:nvCxnSpPr>
        <p:spPr>
          <a:xfrm flipH="1" flipV="1">
            <a:off x="6949160" y="3010307"/>
            <a:ext cx="15048" cy="61946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862417" y="362977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547672" y="362977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5461812" y="3620462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733277" y="3620462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6301855" y="362977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882641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579558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5505094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739245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6276477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6051229" y="362977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973396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4034059" y="247165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880962" y="231183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2105246" y="261014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849869" y="292951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4147965" y="72121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897103" y="9674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  <a:stCxn id="109" idx="0"/>
            <a:endCxn id="103" idx="2"/>
          </p:cNvCxnSpPr>
          <p:nvPr/>
        </p:nvCxnSpPr>
        <p:spPr>
          <a:xfrm flipV="1">
            <a:off x="4522069" y="1523897"/>
            <a:ext cx="0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  <a:stCxn id="110" idx="0"/>
            <a:endCxn id="104" idx="2"/>
          </p:cNvCxnSpPr>
          <p:nvPr/>
        </p:nvCxnSpPr>
        <p:spPr>
          <a:xfrm flipV="1">
            <a:off x="4773285" y="1521189"/>
            <a:ext cx="30165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  <a:stCxn id="111" idx="0"/>
            <a:endCxn id="105" idx="2"/>
          </p:cNvCxnSpPr>
          <p:nvPr/>
        </p:nvCxnSpPr>
        <p:spPr>
          <a:xfrm flipV="1">
            <a:off x="5044576" y="1521189"/>
            <a:ext cx="32207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4394630" y="136231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736925" y="1359606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975793" y="1359606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  <a:stCxn id="112" idx="0"/>
            <a:endCxn id="107" idx="2"/>
          </p:cNvCxnSpPr>
          <p:nvPr/>
        </p:nvCxnSpPr>
        <p:spPr>
          <a:xfrm flipV="1">
            <a:off x="5282153" y="1518448"/>
            <a:ext cx="96981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5282152" y="1356865"/>
            <a:ext cx="1939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L12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4394630" y="219001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665884" y="219001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975646" y="219001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5213223" y="218456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3125956" y="1335743"/>
            <a:ext cx="900888" cy="6463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de-DE" sz="1050"/>
              <a:t>VCC (5V) --- HV</a:t>
            </a:r>
          </a:p>
          <a:p>
            <a:pPr algn="just"/>
            <a:r>
              <a:rPr lang="de-DE" sz="1050"/>
              <a:t>GND ------ GND</a:t>
            </a:r>
            <a:br>
              <a:rPr lang="de-DE" sz="1050"/>
            </a:br>
            <a:r>
              <a:rPr lang="de-DE" sz="1050"/>
              <a:t>D- --- HV2 (SCL)</a:t>
            </a:r>
            <a:br>
              <a:rPr lang="de-DE" sz="1050"/>
            </a:br>
            <a:r>
              <a:rPr lang="de-DE" sz="1050"/>
              <a:t>D+ --- HV1 (SDA)</a:t>
            </a:r>
          </a:p>
        </p:txBody>
      </p: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  <a:stCxn id="127" idx="0"/>
            <a:endCxn id="121" idx="2"/>
          </p:cNvCxnSpPr>
          <p:nvPr/>
        </p:nvCxnSpPr>
        <p:spPr>
          <a:xfrm flipH="1" flipV="1">
            <a:off x="6318546" y="1737255"/>
            <a:ext cx="80055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  <a:stCxn id="128" idx="0"/>
            <a:endCxn id="122" idx="2"/>
          </p:cNvCxnSpPr>
          <p:nvPr/>
        </p:nvCxnSpPr>
        <p:spPr>
          <a:xfrm flipH="1" flipV="1">
            <a:off x="6627333" y="1737255"/>
            <a:ext cx="42558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  <a:stCxn id="129" idx="0"/>
            <a:endCxn id="124" idx="2"/>
          </p:cNvCxnSpPr>
          <p:nvPr/>
        </p:nvCxnSpPr>
        <p:spPr>
          <a:xfrm flipV="1">
            <a:off x="6907468" y="1737255"/>
            <a:ext cx="53498" cy="44162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964667" y="76925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6244006" y="1575672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524741" y="1575672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  <a:stCxn id="133" idx="0"/>
            <a:endCxn id="132" idx="2"/>
          </p:cNvCxnSpPr>
          <p:nvPr/>
        </p:nvCxnSpPr>
        <p:spPr>
          <a:xfrm flipV="1">
            <a:off x="7134929" y="1737255"/>
            <a:ext cx="124405" cy="44554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861580" y="1575672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632967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60096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838538" y="217887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7192007" y="1575672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7100464" y="218279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880962" y="4300646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  <a:p>
            <a:pPr algn="ctr"/>
            <a:r>
              <a:rPr lang="de-DE" sz="1050">
                <a:solidFill>
                  <a:schemeClr val="dk1"/>
                </a:solidFill>
              </a:rPr>
              <a:t>Volume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  <a:stCxn id="170" idx="3"/>
            <a:endCxn id="164" idx="2"/>
          </p:cNvCxnSpPr>
          <p:nvPr/>
        </p:nvCxnSpPr>
        <p:spPr>
          <a:xfrm flipV="1">
            <a:off x="2344062" y="3000608"/>
            <a:ext cx="2150165" cy="17018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  <a:stCxn id="135" idx="3"/>
            <a:endCxn id="162" idx="2"/>
          </p:cNvCxnSpPr>
          <p:nvPr/>
        </p:nvCxnSpPr>
        <p:spPr>
          <a:xfrm flipV="1">
            <a:off x="2362494" y="3000608"/>
            <a:ext cx="2302854" cy="209972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  <a:stCxn id="168" idx="3"/>
            <a:endCxn id="161" idx="2"/>
          </p:cNvCxnSpPr>
          <p:nvPr/>
        </p:nvCxnSpPr>
        <p:spPr>
          <a:xfrm flipV="1">
            <a:off x="2312802" y="3000608"/>
            <a:ext cx="2004806" cy="151368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  <a:stCxn id="167" idx="3"/>
            <a:endCxn id="160" idx="2"/>
          </p:cNvCxnSpPr>
          <p:nvPr/>
        </p:nvCxnSpPr>
        <p:spPr>
          <a:xfrm flipV="1">
            <a:off x="2355116" y="3000608"/>
            <a:ext cx="1766455" cy="132553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  <a:stCxn id="136" idx="3"/>
            <a:endCxn id="159" idx="2"/>
          </p:cNvCxnSpPr>
          <p:nvPr/>
        </p:nvCxnSpPr>
        <p:spPr>
          <a:xfrm flipV="1">
            <a:off x="2330270" y="3000608"/>
            <a:ext cx="2532028" cy="226131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  <a:stCxn id="137" idx="3"/>
            <a:endCxn id="158" idx="2"/>
          </p:cNvCxnSpPr>
          <p:nvPr/>
        </p:nvCxnSpPr>
        <p:spPr>
          <a:xfrm flipV="1">
            <a:off x="2344061" y="3000608"/>
            <a:ext cx="2740592" cy="244946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5015723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79336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35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4052641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36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424867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39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59641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34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4425297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156344" y="424535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163722" y="4433504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2161319" y="462165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3A9CB64-80AD-4247-8744-CB70AA296CA5}"/>
              </a:ext>
            </a:extLst>
          </p:cNvPr>
          <p:cNvSpPr/>
          <p:nvPr/>
        </p:nvSpPr>
        <p:spPr>
          <a:xfrm rot="5400000">
            <a:off x="7998908" y="23020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32C312A9-F9A1-45D7-97FE-84EF827ABB8A}"/>
              </a:ext>
            </a:extLst>
          </p:cNvPr>
          <p:cNvSpPr/>
          <p:nvPr/>
        </p:nvSpPr>
        <p:spPr>
          <a:xfrm>
            <a:off x="880462" y="4997957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 Brightness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860E8FF3-6FC0-49A3-A6B9-1E939CC04073}"/>
              </a:ext>
            </a:extLst>
          </p:cNvPr>
          <p:cNvSpPr txBox="1"/>
          <p:nvPr/>
        </p:nvSpPr>
        <p:spPr>
          <a:xfrm>
            <a:off x="2163722" y="501954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89D59AF0-B972-4CF5-8B39-034D6777C1E1}"/>
              </a:ext>
            </a:extLst>
          </p:cNvPr>
          <p:cNvSpPr txBox="1"/>
          <p:nvPr/>
        </p:nvSpPr>
        <p:spPr>
          <a:xfrm>
            <a:off x="2181190" y="518112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7A8D6079-FF13-4C79-A24C-2BD75F3442A1}"/>
              </a:ext>
            </a:extLst>
          </p:cNvPr>
          <p:cNvSpPr txBox="1"/>
          <p:nvPr/>
        </p:nvSpPr>
        <p:spPr>
          <a:xfrm>
            <a:off x="2161318" y="5369277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33F94EFF-9E21-47EA-A696-4AE94B13CDB2}"/>
              </a:ext>
            </a:extLst>
          </p:cNvPr>
          <p:cNvSpPr txBox="1"/>
          <p:nvPr/>
        </p:nvSpPr>
        <p:spPr>
          <a:xfrm>
            <a:off x="8503585" y="1656642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71" name="Textfeld 170">
            <a:extLst>
              <a:ext uri="{FF2B5EF4-FFF2-40B4-BE49-F238E27FC236}">
                <a16:creationId xmlns:a16="http://schemas.microsoft.com/office/drawing/2014/main" id="{5D8F2F37-C0D4-45E9-980B-499A371310A3}"/>
              </a:ext>
            </a:extLst>
          </p:cNvPr>
          <p:cNvSpPr txBox="1"/>
          <p:nvPr/>
        </p:nvSpPr>
        <p:spPr>
          <a:xfrm>
            <a:off x="7546346" y="3629775"/>
            <a:ext cx="24846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3.3V	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C87A996-7CFE-4700-B58F-3A6FD55F4705}"/>
              </a:ext>
            </a:extLst>
          </p:cNvPr>
          <p:cNvSpPr txBox="1"/>
          <p:nvPr/>
        </p:nvSpPr>
        <p:spPr>
          <a:xfrm>
            <a:off x="7284359" y="233685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73" name="Textfeld 172">
            <a:extLst>
              <a:ext uri="{FF2B5EF4-FFF2-40B4-BE49-F238E27FC236}">
                <a16:creationId xmlns:a16="http://schemas.microsoft.com/office/drawing/2014/main" id="{A9B5CC3C-C983-4F87-9387-712C58CCE276}"/>
              </a:ext>
            </a:extLst>
          </p:cNvPr>
          <p:cNvSpPr txBox="1"/>
          <p:nvPr/>
        </p:nvSpPr>
        <p:spPr>
          <a:xfrm>
            <a:off x="7284359" y="2535444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5BA5539-9235-4071-9A1C-DC5DD4AFF47D}"/>
              </a:ext>
            </a:extLst>
          </p:cNvPr>
          <p:cNvSpPr txBox="1"/>
          <p:nvPr/>
        </p:nvSpPr>
        <p:spPr>
          <a:xfrm>
            <a:off x="7288216" y="2746882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10C291AB-95B1-4986-909F-CB9DA5CF5CF9}"/>
              </a:ext>
            </a:extLst>
          </p:cNvPr>
          <p:cNvSpPr txBox="1"/>
          <p:nvPr/>
        </p:nvSpPr>
        <p:spPr>
          <a:xfrm>
            <a:off x="8108437" y="2556495"/>
            <a:ext cx="32380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RX (2)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8387DA9B-4BCE-445B-AE53-DB06F8D0C36A}"/>
              </a:ext>
            </a:extLst>
          </p:cNvPr>
          <p:cNvSpPr txBox="1"/>
          <p:nvPr/>
        </p:nvSpPr>
        <p:spPr>
          <a:xfrm>
            <a:off x="7945046" y="2746882"/>
            <a:ext cx="5065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Busy (16)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EA6898B-0A06-48A5-93A9-72539DD96A32}"/>
              </a:ext>
            </a:extLst>
          </p:cNvPr>
          <p:cNvSpPr txBox="1"/>
          <p:nvPr/>
        </p:nvSpPr>
        <p:spPr>
          <a:xfrm>
            <a:off x="8100074" y="2301356"/>
            <a:ext cx="3157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TX (3)</a:t>
            </a:r>
          </a:p>
        </p:txBody>
      </p:sp>
      <p:cxnSp>
        <p:nvCxnSpPr>
          <p:cNvPr id="179" name="Gerader Verbinder 149">
            <a:extLst>
              <a:ext uri="{FF2B5EF4-FFF2-40B4-BE49-F238E27FC236}">
                <a16:creationId xmlns:a16="http://schemas.microsoft.com/office/drawing/2014/main" id="{E64260E8-6D08-4871-9668-A8DAFEC0197B}"/>
              </a:ext>
            </a:extLst>
          </p:cNvPr>
          <p:cNvCxnSpPr>
            <a:cxnSpLocks/>
            <a:stCxn id="176" idx="2"/>
            <a:endCxn id="174" idx="2"/>
          </p:cNvCxnSpPr>
          <p:nvPr/>
        </p:nvCxnSpPr>
        <p:spPr>
          <a:xfrm rot="5400000">
            <a:off x="7777734" y="2487878"/>
            <a:ext cx="12700" cy="841175"/>
          </a:xfrm>
          <a:prstGeom prst="bentConnector3">
            <a:avLst>
              <a:gd name="adj1" fmla="val 180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7EB99DD9-52D8-48E2-B230-097BFD88BB06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7416622" y="2382148"/>
            <a:ext cx="683452" cy="52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D116E5F-2B7D-484C-9743-58C481A17551}"/>
              </a:ext>
            </a:extLst>
          </p:cNvPr>
          <p:cNvCxnSpPr>
            <a:cxnSpLocks/>
            <a:stCxn id="173" idx="3"/>
            <a:endCxn id="175" idx="1"/>
          </p:cNvCxnSpPr>
          <p:nvPr/>
        </p:nvCxnSpPr>
        <p:spPr>
          <a:xfrm>
            <a:off x="7422218" y="2616236"/>
            <a:ext cx="686219" cy="2105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Ellipse 183">
            <a:extLst>
              <a:ext uri="{FF2B5EF4-FFF2-40B4-BE49-F238E27FC236}">
                <a16:creationId xmlns:a16="http://schemas.microsoft.com/office/drawing/2014/main" id="{69EAB421-324F-411C-B78D-51DBBE5D2C86}"/>
              </a:ext>
            </a:extLst>
          </p:cNvPr>
          <p:cNvSpPr/>
          <p:nvPr/>
        </p:nvSpPr>
        <p:spPr>
          <a:xfrm>
            <a:off x="7587383" y="2490687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FFD4948E-CB43-4828-B57A-82A9D5C6E58F}"/>
              </a:ext>
            </a:extLst>
          </p:cNvPr>
          <p:cNvGrpSpPr/>
          <p:nvPr/>
        </p:nvGrpSpPr>
        <p:grpSpPr>
          <a:xfrm rot="5400000">
            <a:off x="7646953" y="2810073"/>
            <a:ext cx="281584" cy="624658"/>
            <a:chOff x="7128441" y="3876743"/>
            <a:chExt cx="281584" cy="624658"/>
          </a:xfrm>
        </p:grpSpPr>
        <p:sp>
          <p:nvSpPr>
            <p:cNvPr id="186" name="Rechteck: abgerundete Ecken 185">
              <a:extLst>
                <a:ext uri="{FF2B5EF4-FFF2-40B4-BE49-F238E27FC236}">
                  <a16:creationId xmlns:a16="http://schemas.microsoft.com/office/drawing/2014/main" id="{61BE833F-017A-407C-94F9-134BE6724954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187" name="Rechteck: abgerundete Ecken 186">
              <a:extLst>
                <a:ext uri="{FF2B5EF4-FFF2-40B4-BE49-F238E27FC236}">
                  <a16:creationId xmlns:a16="http://schemas.microsoft.com/office/drawing/2014/main" id="{64D9F702-698E-42B6-A52C-31AA321B4D1A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024476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8459"/>
              </p:ext>
            </p:extLst>
          </p:nvPr>
        </p:nvGraphicFramePr>
        <p:xfrm>
          <a:off x="0" y="76200"/>
          <a:ext cx="12276756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7192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786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383982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46490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814887">
                  <a:extLst>
                    <a:ext uri="{9D8B030D-6E8A-4147-A177-3AD203B41FA5}">
                      <a16:colId xmlns:a16="http://schemas.microsoft.com/office/drawing/2014/main" val="1548354847"/>
                    </a:ext>
                  </a:extLst>
                </a:gridCol>
                <a:gridCol w="614427">
                  <a:extLst>
                    <a:ext uri="{9D8B030D-6E8A-4147-A177-3AD203B41FA5}">
                      <a16:colId xmlns:a16="http://schemas.microsoft.com/office/drawing/2014/main" val="511051520"/>
                    </a:ext>
                  </a:extLst>
                </a:gridCol>
                <a:gridCol w="6177156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089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60805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9113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Player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TX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RX </a:t>
                      </a:r>
                      <a:r>
                        <a:rPr lang="de-DE" sz="1100"/>
                        <a:t>1k</a:t>
                      </a:r>
                      <a:r>
                        <a:rPr lang="el-GR" sz="1100"/>
                        <a:t>Ω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Busy </a:t>
                      </a:r>
                      <a:r>
                        <a:rPr lang="de-DE" sz="1100"/>
                        <a:t>Diode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DIN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227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605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244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27332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39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57079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782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1E11DA7-8585-45D9-954A-9E64B4E00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25941"/>
              </p:ext>
            </p:extLst>
          </p:nvPr>
        </p:nvGraphicFramePr>
        <p:xfrm>
          <a:off x="7357647" y="1828799"/>
          <a:ext cx="1926246" cy="238124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3.3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D20083B0-3751-449F-9373-AC5A308B7AB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780644"/>
            <a:ext cx="7481472" cy="475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230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7FC6CDC6-34C5-400D-AFDB-6DDEB54B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586"/>
              </p:ext>
            </p:extLst>
          </p:nvPr>
        </p:nvGraphicFramePr>
        <p:xfrm>
          <a:off x="5557422" y="41615"/>
          <a:ext cx="6634578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17289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3317289">
                  <a:extLst>
                    <a:ext uri="{9D8B030D-6E8A-4147-A177-3AD203B41FA5}">
                      <a16:colId xmlns:a16="http://schemas.microsoft.com/office/drawing/2014/main" val="3932086502"/>
                    </a:ext>
                  </a:extLst>
                </a:gridCol>
              </a:tblGrid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GPIO 27 (Diode)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26 (1 k Ohm)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(rot)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(schwarz)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5115" y="22564"/>
            <a:ext cx="4159975" cy="24722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557422" y="2331127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5557422" y="4526873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5557422" y="5530218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9849846-9AB2-432F-8BDB-8146612AD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93714"/>
              </p:ext>
            </p:extLst>
          </p:nvPr>
        </p:nvGraphicFramePr>
        <p:xfrm>
          <a:off x="0" y="0"/>
          <a:ext cx="5397500" cy="6857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542635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10181037"/>
                    </a:ext>
                  </a:extLst>
                </a:gridCol>
                <a:gridCol w="3873500">
                  <a:extLst>
                    <a:ext uri="{9D8B030D-6E8A-4147-A177-3AD203B41FA5}">
                      <a16:colId xmlns:a16="http://schemas.microsoft.com/office/drawing/2014/main" val="3920731831"/>
                    </a:ext>
                  </a:extLst>
                </a:gridCol>
              </a:tblGrid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Pin-Nr.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Pin-Name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b="1" u="none" strike="noStrike">
                          <a:effectLst/>
                        </a:rPr>
                        <a:t>Funktion / Beschreibung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08859075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VCC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Spannungsversorgung (3.2 V – 5.0 V, ideal: 4.2 V)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9436448"/>
                  </a:ext>
                </a:extLst>
              </a:tr>
              <a:tr h="981535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RX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Empfang (Hinweis: 1 kΩ Widerstand vor den RX-Eingang schalten, wenn ein 5V-Mikrocontroller wie der Arduino Uno sendet, um Brummen zu vermeiden)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86684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TX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Senden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6601058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DAC_R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Rechts (Line-Out, z. B. für externen Verstärker oder Kopfhörer)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122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DAC_L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Links (Line-Out)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7935535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+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18348808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7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0057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8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–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294656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9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1 (kurz drücken: Vorheriger Titel / gedrückt halten: Leiser)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2314394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10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6206203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2 (kurz drücken: Nächster Titel / gedrückt halten: Lauter)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766859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1 (für Mehrfachtasten-Steuerung über Widerstände)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4010148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2 (GND-Verbindung hierfür startet z. B. den Stand-alone-Loop-Modus)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54355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USB+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+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9818141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USB-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–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8527205"/>
                  </a:ext>
                </a:extLst>
              </a:tr>
              <a:tr h="484394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BUSY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Status-Ausgang (Low, während ein Titel abgespielt wird; High im Ruhestand)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97908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723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92706"/>
              </p:ext>
            </p:extLst>
          </p:nvPr>
        </p:nvGraphicFramePr>
        <p:xfrm>
          <a:off x="0" y="-1"/>
          <a:ext cx="6191250" cy="636388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780792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275006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102673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303277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SD-Modul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MISO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19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Master-In-Slave-Out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MOSI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Master-Out-Slave-In (parallel to DIN of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18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Clock (parallel to CLK of TFT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63560752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USB Port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Pegelwandler I2C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 (5V)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D- (SDA)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D+ (SCL)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3.3V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8364962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Display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RST 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4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Display Reset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Data / Command Selection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DIN (SDI, MOSI)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SPI-Datenausgang vom ESP32 (MasterOut-SlaveIn)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16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Hardware-Taktleitung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Hintergrundbeleuchtung regelbar (oder dauerhaft an)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1222500-360C-4246-9B10-5FD2430D1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207274"/>
              </p:ext>
            </p:extLst>
          </p:nvPr>
        </p:nvGraphicFramePr>
        <p:xfrm>
          <a:off x="7022931" y="-1"/>
          <a:ext cx="5169069" cy="398585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18121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05347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897471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4462"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Rotary Encoder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39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0782922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DFPlayer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3456531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RX (2)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1k</a:t>
                      </a:r>
                      <a:r>
                        <a:rPr lang="el-GR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Ω</a:t>
                      </a: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Reihe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05361223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TX (3)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333519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VCC (1)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1000 µF Kondensator zwischen VCC und GND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6589124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GND (7)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GND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4798567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Busy Pin (16)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1N4007 Kathode an Busy Pin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0681505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97280621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LED Ring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ESP32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500477064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Datainput of LED Ring Cascade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927660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070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D22C6EC-8D3A-41B8-A05F-D0854CC7C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77332"/>
              </p:ext>
            </p:extLst>
          </p:nvPr>
        </p:nvGraphicFramePr>
        <p:xfrm>
          <a:off x="3199347" y="619628"/>
          <a:ext cx="5793305" cy="585269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8374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518380292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2402522747"/>
                    </a:ext>
                  </a:extLst>
                </a:gridCol>
                <a:gridCol w="258826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Modul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/ Command Selection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RST 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DIN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SPI-MOSIvom ESP32 (MasterOut-Slave In)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 Ring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Datainput of LED Ring Cascade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28170437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Hardware-Taktleitung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Backlight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18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Master-In-Slave-Out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SDA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SCL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MOSI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Master-Out-Slave-In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Send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9704156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Receive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8630204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 Indicator Pin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063632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378043872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66731318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992095290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46560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9177085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986816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44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2EC55C7-3541-40F6-9A62-B7B7A76DDBFF}"/>
              </a:ext>
            </a:extLst>
          </p:cNvPr>
          <p:cNvGrpSpPr/>
          <p:nvPr/>
        </p:nvGrpSpPr>
        <p:grpSpPr>
          <a:xfrm rot="16200000">
            <a:off x="8263753" y="5611578"/>
            <a:ext cx="628651" cy="361951"/>
            <a:chOff x="10201274" y="1885950"/>
            <a:chExt cx="628651" cy="36195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4DDFB78-7405-46B3-AD8D-420C412E657C}"/>
                </a:ext>
              </a:extLst>
            </p:cNvPr>
            <p:cNvSpPr/>
            <p:nvPr/>
          </p:nvSpPr>
          <p:spPr>
            <a:xfrm>
              <a:off x="10201274" y="1954191"/>
              <a:ext cx="628651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VCC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835C235-C6B0-44DE-9453-ECE7064AB7CD}"/>
                </a:ext>
              </a:extLst>
            </p:cNvPr>
            <p:cNvSpPr/>
            <p:nvPr/>
          </p:nvSpPr>
          <p:spPr>
            <a:xfrm>
              <a:off x="10325101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882AD5AE-8C76-4301-A35A-39692EE83D9D}"/>
                </a:ext>
              </a:extLst>
            </p:cNvPr>
            <p:cNvSpPr/>
            <p:nvPr/>
          </p:nvSpPr>
          <p:spPr>
            <a:xfrm>
              <a:off x="10567988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FCA61AA0-A1D3-4191-95C7-FC2670AAA438}"/>
              </a:ext>
            </a:extLst>
          </p:cNvPr>
          <p:cNvGrpSpPr/>
          <p:nvPr/>
        </p:nvGrpSpPr>
        <p:grpSpPr>
          <a:xfrm rot="16200000">
            <a:off x="-103936" y="2804813"/>
            <a:ext cx="1238250" cy="380203"/>
            <a:chOff x="10191750" y="2867024"/>
            <a:chExt cx="1238250" cy="380203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D510C82-A1BE-4A05-9D72-E0B4C74428CB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4149FF7-E405-4D54-9391-AD7B93AC279C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92C5F38-9614-4DC0-9EC9-CC8710CC9873}"/>
              </a:ext>
            </a:extLst>
          </p:cNvPr>
          <p:cNvGrpSpPr/>
          <p:nvPr/>
        </p:nvGrpSpPr>
        <p:grpSpPr>
          <a:xfrm rot="16200000">
            <a:off x="-103934" y="1275445"/>
            <a:ext cx="1238250" cy="380203"/>
            <a:chOff x="10191750" y="2867024"/>
            <a:chExt cx="1238250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D1210197-102A-46C7-83E2-62F47AACE9FD}"/>
              </a:ext>
            </a:extLst>
          </p:cNvPr>
          <p:cNvGrpSpPr/>
          <p:nvPr/>
        </p:nvGrpSpPr>
        <p:grpSpPr>
          <a:xfrm>
            <a:off x="8346357" y="2427470"/>
            <a:ext cx="1635000" cy="1232170"/>
            <a:chOff x="8346357" y="2427470"/>
            <a:chExt cx="1635000" cy="1232170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6044" y="242747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>
              <a:off x="8346357" y="25597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>
              <a:off x="8346357" y="272736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>
              <a:off x="8346357" y="289500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>
              <a:off x="8346357" y="306264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>
              <a:off x="8346357" y="32302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>
              <a:off x="8346357" y="33979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943F3555-0582-4B3C-A119-E6E965768DB8}"/>
              </a:ext>
            </a:extLst>
          </p:cNvPr>
          <p:cNvSpPr txBox="1"/>
          <p:nvPr/>
        </p:nvSpPr>
        <p:spPr>
          <a:xfrm>
            <a:off x="9881219" y="2477642"/>
            <a:ext cx="48603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GND</a:t>
            </a:r>
            <a:br>
              <a:rPr lang="de-DE" sz="1050"/>
            </a:br>
            <a:r>
              <a:rPr lang="de-DE" sz="1050"/>
              <a:t>MISO</a:t>
            </a:r>
            <a:br>
              <a:rPr lang="de-DE" sz="1050"/>
            </a:br>
            <a:r>
              <a:rPr lang="de-DE" sz="1050"/>
              <a:t>CLK</a:t>
            </a:r>
            <a:br>
              <a:rPr lang="de-DE" sz="1050"/>
            </a:br>
            <a:r>
              <a:rPr lang="de-DE" sz="1050"/>
              <a:t>MOSI</a:t>
            </a:r>
            <a:br>
              <a:rPr lang="de-DE" sz="1050"/>
            </a:br>
            <a:r>
              <a:rPr lang="de-DE" sz="1050"/>
              <a:t>CS</a:t>
            </a:r>
            <a:br>
              <a:rPr lang="de-DE" sz="1050"/>
            </a:br>
            <a:r>
              <a:rPr lang="de-DE" sz="1050"/>
              <a:t>VCC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809114" y="426355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2091891" y="384534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086016" y="221687"/>
            <a:ext cx="1859284" cy="1792295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7109584" y="704710"/>
            <a:ext cx="976432" cy="142463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 flipV="1">
            <a:off x="7109584" y="413829"/>
            <a:ext cx="976432" cy="91422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>
            <a:off x="9945300" y="526219"/>
            <a:ext cx="1195459" cy="12135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945300" y="308335"/>
            <a:ext cx="1195459" cy="483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1255029" y="961925"/>
            <a:ext cx="669383" cy="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/>
          <p:nvPr/>
        </p:nvCxnSpPr>
        <p:spPr>
          <a:xfrm flipH="1">
            <a:off x="11995058" y="138834"/>
            <a:ext cx="0" cy="6558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9047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</p:cNvCxnSpPr>
          <p:nvPr/>
        </p:nvCxnSpPr>
        <p:spPr>
          <a:xfrm flipH="1">
            <a:off x="11753850" y="138834"/>
            <a:ext cx="0" cy="655854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692411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>
            <a:off x="11255029" y="744103"/>
            <a:ext cx="431514" cy="544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>
            <a:off x="9945300" y="961987"/>
            <a:ext cx="1195459" cy="26734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stCxn id="48" idx="0"/>
            <a:endCxn id="104" idx="0"/>
          </p:cNvCxnSpPr>
          <p:nvPr/>
        </p:nvCxnSpPr>
        <p:spPr>
          <a:xfrm flipH="1">
            <a:off x="9869100" y="744103"/>
            <a:ext cx="1271659" cy="13721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1"/>
            <a:endCxn id="34" idx="2"/>
          </p:cNvCxnSpPr>
          <p:nvPr/>
        </p:nvCxnSpPr>
        <p:spPr>
          <a:xfrm rot="10800000">
            <a:off x="8422557" y="3512191"/>
            <a:ext cx="3264046" cy="22083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BB1FAC68-FBC6-4D90-A536-EDB9E4824E8C}"/>
              </a:ext>
            </a:extLst>
          </p:cNvPr>
          <p:cNvSpPr/>
          <p:nvPr/>
        </p:nvSpPr>
        <p:spPr>
          <a:xfrm>
            <a:off x="11915775" y="2120038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11686603" y="3675892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38" idx="1"/>
            <a:endCxn id="29" idx="0"/>
          </p:cNvCxnSpPr>
          <p:nvPr/>
        </p:nvCxnSpPr>
        <p:spPr>
          <a:xfrm rot="10800000" flipV="1">
            <a:off x="8422557" y="2177172"/>
            <a:ext cx="3493218" cy="38254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7109584" y="3197739"/>
            <a:ext cx="1236773" cy="8967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7109584" y="2663543"/>
            <a:ext cx="1236773" cy="120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7109584" y="1060955"/>
            <a:ext cx="1236773" cy="2058820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7109584" y="2930641"/>
            <a:ext cx="1236773" cy="2149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105" idx="2"/>
          </p:cNvCxnSpPr>
          <p:nvPr/>
        </p:nvCxnSpPr>
        <p:spPr>
          <a:xfrm rot="5400000" flipH="1" flipV="1">
            <a:off x="8987090" y="461597"/>
            <a:ext cx="57135" cy="1706884"/>
          </a:xfrm>
          <a:prstGeom prst="bentConnector3">
            <a:avLst>
              <a:gd name="adj1" fmla="val -1267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Verbinder: gewinkelt 163">
            <a:extLst>
              <a:ext uri="{FF2B5EF4-FFF2-40B4-BE49-F238E27FC236}">
                <a16:creationId xmlns:a16="http://schemas.microsoft.com/office/drawing/2014/main" id="{9D2EBC8A-9F70-4B38-9E69-1192D0C6CB2F}"/>
              </a:ext>
            </a:extLst>
          </p:cNvPr>
          <p:cNvCxnSpPr>
            <a:cxnSpLocks/>
            <a:stCxn id="60" idx="0"/>
            <a:endCxn id="165" idx="1"/>
          </p:cNvCxnSpPr>
          <p:nvPr/>
        </p:nvCxnSpPr>
        <p:spPr>
          <a:xfrm rot="5400000" flipH="1" flipV="1">
            <a:off x="9137985" y="-2024034"/>
            <a:ext cx="677580" cy="485894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9515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5011296" y="-2079128"/>
            <a:ext cx="217597" cy="5931841"/>
          </a:xfrm>
          <a:prstGeom prst="bentConnector4">
            <a:avLst>
              <a:gd name="adj1" fmla="val -284529"/>
              <a:gd name="adj2" fmla="val 78465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78" idx="1"/>
            <a:endCxn id="22" idx="2"/>
          </p:cNvCxnSpPr>
          <p:nvPr/>
        </p:nvCxnSpPr>
        <p:spPr>
          <a:xfrm rot="10800000">
            <a:off x="439361" y="1036918"/>
            <a:ext cx="1652531" cy="327338"/>
          </a:xfrm>
          <a:prstGeom prst="bentConnector3">
            <a:avLst>
              <a:gd name="adj1" fmla="val 425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13E1C770-D563-4DD8-A3A2-B29E6FE9455C}"/>
              </a:ext>
            </a:extLst>
          </p:cNvPr>
          <p:cNvCxnSpPr>
            <a:cxnSpLocks/>
            <a:stCxn id="79" idx="1"/>
            <a:endCxn id="21" idx="2"/>
          </p:cNvCxnSpPr>
          <p:nvPr/>
        </p:nvCxnSpPr>
        <p:spPr>
          <a:xfrm rot="10800000">
            <a:off x="439361" y="1254804"/>
            <a:ext cx="1652531" cy="3777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Verbinder: gewinkelt 178">
            <a:extLst>
              <a:ext uri="{FF2B5EF4-FFF2-40B4-BE49-F238E27FC236}">
                <a16:creationId xmlns:a16="http://schemas.microsoft.com/office/drawing/2014/main" id="{C8247A1F-85FF-426A-97D8-1D552388174F}"/>
              </a:ext>
            </a:extLst>
          </p:cNvPr>
          <p:cNvCxnSpPr>
            <a:cxnSpLocks/>
            <a:stCxn id="82" idx="3"/>
            <a:endCxn id="20" idx="2"/>
          </p:cNvCxnSpPr>
          <p:nvPr/>
        </p:nvCxnSpPr>
        <p:spPr>
          <a:xfrm flipH="1" flipV="1">
            <a:off x="439360" y="1472688"/>
            <a:ext cx="1777098" cy="964838"/>
          </a:xfrm>
          <a:prstGeom prst="bentConnector3">
            <a:avLst>
              <a:gd name="adj1" fmla="val -482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EC3F2EA7-F2F2-47AB-803B-92FBBFA0100D}"/>
              </a:ext>
            </a:extLst>
          </p:cNvPr>
          <p:cNvCxnSpPr>
            <a:cxnSpLocks/>
            <a:stCxn id="80" idx="1"/>
            <a:endCxn id="14" idx="2"/>
          </p:cNvCxnSpPr>
          <p:nvPr/>
        </p:nvCxnSpPr>
        <p:spPr>
          <a:xfrm rot="10800000" flipV="1">
            <a:off x="439359" y="1900890"/>
            <a:ext cx="1652533" cy="665395"/>
          </a:xfrm>
          <a:prstGeom prst="bentConnector3">
            <a:avLst>
              <a:gd name="adj1" fmla="val 6152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19AF5B4C-7796-4891-8769-E0CA24057839}"/>
              </a:ext>
            </a:extLst>
          </p:cNvPr>
          <p:cNvCxnSpPr>
            <a:cxnSpLocks/>
            <a:stCxn id="81" idx="1"/>
            <a:endCxn id="13" idx="2"/>
          </p:cNvCxnSpPr>
          <p:nvPr/>
        </p:nvCxnSpPr>
        <p:spPr>
          <a:xfrm rot="10800000" flipV="1">
            <a:off x="439359" y="2169208"/>
            <a:ext cx="1652533" cy="614963"/>
          </a:xfrm>
          <a:prstGeom prst="bentConnector3">
            <a:avLst>
              <a:gd name="adj1" fmla="val 523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4F8E8E66-6F99-4490-A5A2-06A5AFD5080F}"/>
              </a:ext>
            </a:extLst>
          </p:cNvPr>
          <p:cNvCxnSpPr>
            <a:cxnSpLocks/>
            <a:stCxn id="83" idx="1"/>
            <a:endCxn id="12" idx="2"/>
          </p:cNvCxnSpPr>
          <p:nvPr/>
        </p:nvCxnSpPr>
        <p:spPr>
          <a:xfrm rot="10800000" flipV="1">
            <a:off x="439359" y="2705844"/>
            <a:ext cx="1652533" cy="296212"/>
          </a:xfrm>
          <a:prstGeom prst="bentConnector3">
            <a:avLst>
              <a:gd name="adj1" fmla="val 4423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6B1D1A77-7CD8-411A-8A32-7F401D297C13}"/>
              </a:ext>
            </a:extLst>
          </p:cNvPr>
          <p:cNvSpPr/>
          <p:nvPr/>
        </p:nvSpPr>
        <p:spPr>
          <a:xfrm>
            <a:off x="11677649" y="5606845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A671618B-60A5-4D9C-AE49-E63FDA363FDB}"/>
              </a:ext>
            </a:extLst>
          </p:cNvPr>
          <p:cNvSpPr/>
          <p:nvPr/>
        </p:nvSpPr>
        <p:spPr>
          <a:xfrm>
            <a:off x="11916225" y="5849732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8940D75B-79BB-4E29-92C1-98D2E87E1FB1}"/>
              </a:ext>
            </a:extLst>
          </p:cNvPr>
          <p:cNvCxnSpPr>
            <a:stCxn id="7" idx="2"/>
            <a:endCxn id="188" idx="1"/>
          </p:cNvCxnSpPr>
          <p:nvPr/>
        </p:nvCxnSpPr>
        <p:spPr>
          <a:xfrm>
            <a:off x="8511373" y="5663965"/>
            <a:ext cx="3166276" cy="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E747D27-F2DB-4F23-B75F-C3773C977332}"/>
              </a:ext>
            </a:extLst>
          </p:cNvPr>
          <p:cNvCxnSpPr>
            <a:stCxn id="189" idx="1"/>
            <a:endCxn id="6" idx="2"/>
          </p:cNvCxnSpPr>
          <p:nvPr/>
        </p:nvCxnSpPr>
        <p:spPr>
          <a:xfrm flipH="1" flipV="1">
            <a:off x="8511373" y="5906852"/>
            <a:ext cx="3404852" cy="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8812DEC6-9B13-4379-9AAE-2B7D15A09101}"/>
              </a:ext>
            </a:extLst>
          </p:cNvPr>
          <p:cNvCxnSpPr>
            <a:cxnSpLocks/>
            <a:stCxn id="90" idx="1"/>
            <a:endCxn id="203" idx="1"/>
          </p:cNvCxnSpPr>
          <p:nvPr/>
        </p:nvCxnSpPr>
        <p:spPr>
          <a:xfrm rot="10800000" flipH="1" flipV="1">
            <a:off x="2091891" y="4584066"/>
            <a:ext cx="6110826" cy="1728670"/>
          </a:xfrm>
          <a:prstGeom prst="bentConnector3">
            <a:avLst>
              <a:gd name="adj1" fmla="val -374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hteck 202">
            <a:extLst>
              <a:ext uri="{FF2B5EF4-FFF2-40B4-BE49-F238E27FC236}">
                <a16:creationId xmlns:a16="http://schemas.microsoft.com/office/drawing/2014/main" id="{AED3AD04-2FF8-4E5C-AA57-9F34C2CB007B}"/>
              </a:ext>
            </a:extLst>
          </p:cNvPr>
          <p:cNvSpPr/>
          <p:nvPr/>
        </p:nvSpPr>
        <p:spPr>
          <a:xfrm>
            <a:off x="8202717" y="62553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" name="Verbinder: gewinkelt 205">
            <a:extLst>
              <a:ext uri="{FF2B5EF4-FFF2-40B4-BE49-F238E27FC236}">
                <a16:creationId xmlns:a16="http://schemas.microsoft.com/office/drawing/2014/main" id="{722227A2-F860-4E1E-9F34-00011F661152}"/>
              </a:ext>
            </a:extLst>
          </p:cNvPr>
          <p:cNvCxnSpPr>
            <a:cxnSpLocks/>
            <a:stCxn id="203" idx="0"/>
            <a:endCxn id="39" idx="0"/>
          </p:cNvCxnSpPr>
          <p:nvPr/>
        </p:nvCxnSpPr>
        <p:spPr>
          <a:xfrm rot="5400000" flipH="1" flipV="1">
            <a:off x="7803315" y="5655789"/>
            <a:ext cx="1052910" cy="1461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F4AD0161-6924-4439-8D4E-58A376A117AA}"/>
              </a:ext>
            </a:extLst>
          </p:cNvPr>
          <p:cNvCxnSpPr>
            <a:stCxn id="71" idx="3"/>
            <a:endCxn id="40" idx="0"/>
          </p:cNvCxnSpPr>
          <p:nvPr/>
        </p:nvCxnSpPr>
        <p:spPr>
          <a:xfrm>
            <a:off x="7109584" y="3731935"/>
            <a:ext cx="1293268" cy="52869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E3D2445E-A2FA-40B1-A637-0108F4B98399}"/>
              </a:ext>
            </a:extLst>
          </p:cNvPr>
          <p:cNvCxnSpPr>
            <a:cxnSpLocks/>
            <a:stCxn id="70" idx="3"/>
            <a:endCxn id="211" idx="0"/>
          </p:cNvCxnSpPr>
          <p:nvPr/>
        </p:nvCxnSpPr>
        <p:spPr>
          <a:xfrm>
            <a:off x="7109584" y="3464837"/>
            <a:ext cx="1293268" cy="56463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3" name="Gruppieren 262">
            <a:extLst>
              <a:ext uri="{FF2B5EF4-FFF2-40B4-BE49-F238E27FC236}">
                <a16:creationId xmlns:a16="http://schemas.microsoft.com/office/drawing/2014/main" id="{BD6DB656-DFC1-4EB7-BC54-C48437CBF0B9}"/>
              </a:ext>
            </a:extLst>
          </p:cNvPr>
          <p:cNvGrpSpPr/>
          <p:nvPr/>
        </p:nvGrpSpPr>
        <p:grpSpPr>
          <a:xfrm>
            <a:off x="8393327" y="3887966"/>
            <a:ext cx="373449" cy="1456134"/>
            <a:chOff x="9164852" y="3887966"/>
            <a:chExt cx="373449" cy="1456134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61C0266-44B4-41B6-81D0-1DF87096F133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DIN    CS      DC    RST    CLK   BL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39994EC-4449-4320-9543-EBC4A73707D2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3845245-64E5-4171-84ED-0B7115301F47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799F40A-FF04-4D07-A626-3A53A4AF0A94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C0EE356C-AB57-43D7-B0DE-C092F6F4F22E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8D36CF3-46BA-4C30-9405-DBDBFC44D643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C05E7D17-D49E-46C1-8A04-302C7E046C80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16" name="Verbinder: gewinkelt 215">
            <a:extLst>
              <a:ext uri="{FF2B5EF4-FFF2-40B4-BE49-F238E27FC236}">
                <a16:creationId xmlns:a16="http://schemas.microsoft.com/office/drawing/2014/main" id="{49A3FD23-C3DB-43F5-847B-D1BAB791B394}"/>
              </a:ext>
            </a:extLst>
          </p:cNvPr>
          <p:cNvCxnSpPr>
            <a:stCxn id="74" idx="3"/>
            <a:endCxn id="42" idx="0"/>
          </p:cNvCxnSpPr>
          <p:nvPr/>
        </p:nvCxnSpPr>
        <p:spPr>
          <a:xfrm>
            <a:off x="7109584" y="4533229"/>
            <a:ext cx="1293268" cy="12983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320AEF33-B267-4835-904B-F27449D28D29}"/>
              </a:ext>
            </a:extLst>
          </p:cNvPr>
          <p:cNvCxnSpPr>
            <a:stCxn id="72" idx="3"/>
            <a:endCxn id="44" idx="0"/>
          </p:cNvCxnSpPr>
          <p:nvPr/>
        </p:nvCxnSpPr>
        <p:spPr>
          <a:xfrm>
            <a:off x="7109584" y="3999033"/>
            <a:ext cx="1283743" cy="45983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E750628F-2F7B-436A-93AA-F98964D17B73}"/>
              </a:ext>
            </a:extLst>
          </p:cNvPr>
          <p:cNvCxnSpPr>
            <a:stCxn id="75" idx="3"/>
            <a:endCxn id="41" idx="0"/>
          </p:cNvCxnSpPr>
          <p:nvPr/>
        </p:nvCxnSpPr>
        <p:spPr>
          <a:xfrm>
            <a:off x="7109584" y="4800327"/>
            <a:ext cx="1293268" cy="13777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6" name="Grafik 265">
            <a:extLst>
              <a:ext uri="{FF2B5EF4-FFF2-40B4-BE49-F238E27FC236}">
                <a16:creationId xmlns:a16="http://schemas.microsoft.com/office/drawing/2014/main" id="{00CBDB59-F1D9-4369-A72D-6BFCEEC772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9377775" y="4368327"/>
            <a:ext cx="2434779" cy="1378010"/>
          </a:xfrm>
          <a:prstGeom prst="rect">
            <a:avLst/>
          </a:prstGeom>
        </p:spPr>
      </p:pic>
      <p:sp>
        <p:nvSpPr>
          <p:cNvPr id="267" name="Rechteck 266">
            <a:extLst>
              <a:ext uri="{FF2B5EF4-FFF2-40B4-BE49-F238E27FC236}">
                <a16:creationId xmlns:a16="http://schemas.microsoft.com/office/drawing/2014/main" id="{D81F9480-3B48-47A7-B373-DEF9E9490596}"/>
              </a:ext>
            </a:extLst>
          </p:cNvPr>
          <p:cNvSpPr/>
          <p:nvPr/>
        </p:nvSpPr>
        <p:spPr>
          <a:xfrm>
            <a:off x="10135203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5583850-11B5-49CF-85CB-44ACDE6B2FBA}"/>
              </a:ext>
            </a:extLst>
          </p:cNvPr>
          <p:cNvSpPr/>
          <p:nvPr/>
        </p:nvSpPr>
        <p:spPr>
          <a:xfrm>
            <a:off x="10332006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D0DF06E4-339C-494E-B702-320BCA1A3092}"/>
              </a:ext>
            </a:extLst>
          </p:cNvPr>
          <p:cNvSpPr/>
          <p:nvPr/>
        </p:nvSpPr>
        <p:spPr>
          <a:xfrm>
            <a:off x="9955685" y="3953269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1" name="Rechteck 270">
            <a:extLst>
              <a:ext uri="{FF2B5EF4-FFF2-40B4-BE49-F238E27FC236}">
                <a16:creationId xmlns:a16="http://schemas.microsoft.com/office/drawing/2014/main" id="{3E1CF4E9-A324-4437-A8AB-D1C224A8E659}"/>
              </a:ext>
            </a:extLst>
          </p:cNvPr>
          <p:cNvSpPr/>
          <p:nvPr/>
        </p:nvSpPr>
        <p:spPr>
          <a:xfrm>
            <a:off x="9946160" y="6317593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2" name="Rechteck 271">
            <a:extLst>
              <a:ext uri="{FF2B5EF4-FFF2-40B4-BE49-F238E27FC236}">
                <a16:creationId xmlns:a16="http://schemas.microsoft.com/office/drawing/2014/main" id="{3CC48F3A-16B0-402B-A4AB-0D1D976A731F}"/>
              </a:ext>
            </a:extLst>
          </p:cNvPr>
          <p:cNvSpPr/>
          <p:nvPr/>
        </p:nvSpPr>
        <p:spPr>
          <a:xfrm>
            <a:off x="10904260" y="6317593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3" name="Verbinder: gewinkelt 272">
            <a:extLst>
              <a:ext uri="{FF2B5EF4-FFF2-40B4-BE49-F238E27FC236}">
                <a16:creationId xmlns:a16="http://schemas.microsoft.com/office/drawing/2014/main" id="{1949B61E-74D8-4A05-AF7F-D233CE22A81A}"/>
              </a:ext>
            </a:extLst>
          </p:cNvPr>
          <p:cNvCxnSpPr>
            <a:cxnSpLocks/>
            <a:stCxn id="189" idx="2"/>
            <a:endCxn id="272" idx="2"/>
          </p:cNvCxnSpPr>
          <p:nvPr/>
        </p:nvCxnSpPr>
        <p:spPr>
          <a:xfrm rot="5400000">
            <a:off x="11252513" y="5691950"/>
            <a:ext cx="467861" cy="1011965"/>
          </a:xfrm>
          <a:prstGeom prst="bentConnector3">
            <a:avLst>
              <a:gd name="adj1" fmla="val 17329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Verbinder: gewinkelt 276">
            <a:extLst>
              <a:ext uri="{FF2B5EF4-FFF2-40B4-BE49-F238E27FC236}">
                <a16:creationId xmlns:a16="http://schemas.microsoft.com/office/drawing/2014/main" id="{77C3BB4A-77A0-4CFC-B896-AB2FBA8518CB}"/>
              </a:ext>
            </a:extLst>
          </p:cNvPr>
          <p:cNvCxnSpPr>
            <a:cxnSpLocks/>
            <a:stCxn id="188" idx="2"/>
            <a:endCxn id="271" idx="2"/>
          </p:cNvCxnSpPr>
          <p:nvPr/>
        </p:nvCxnSpPr>
        <p:spPr>
          <a:xfrm rot="5400000">
            <a:off x="10532731" y="5210745"/>
            <a:ext cx="710748" cy="1731489"/>
          </a:xfrm>
          <a:prstGeom prst="bentConnector3">
            <a:avLst>
              <a:gd name="adj1" fmla="val 11742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C1F2E03A-9C4B-4650-9692-8F6B6626D68E}"/>
              </a:ext>
            </a:extLst>
          </p:cNvPr>
          <p:cNvCxnSpPr>
            <a:cxnSpLocks/>
            <a:stCxn id="85" idx="1"/>
            <a:endCxn id="267" idx="2"/>
          </p:cNvCxnSpPr>
          <p:nvPr/>
        </p:nvCxnSpPr>
        <p:spPr>
          <a:xfrm rot="10800000" flipH="1" flipV="1">
            <a:off x="2091891" y="3242479"/>
            <a:ext cx="8119512" cy="3189384"/>
          </a:xfrm>
          <a:prstGeom prst="bentConnector4">
            <a:avLst>
              <a:gd name="adj1" fmla="val -5982"/>
              <a:gd name="adj2" fmla="val 10716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Ellipse 287">
            <a:extLst>
              <a:ext uri="{FF2B5EF4-FFF2-40B4-BE49-F238E27FC236}">
                <a16:creationId xmlns:a16="http://schemas.microsoft.com/office/drawing/2014/main" id="{84B91823-78DC-44D6-A27E-2EF9CD610F48}"/>
              </a:ext>
            </a:extLst>
          </p:cNvPr>
          <p:cNvSpPr/>
          <p:nvPr/>
        </p:nvSpPr>
        <p:spPr>
          <a:xfrm>
            <a:off x="9388071" y="6508064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289" name="Verbinder: gewinkelt 288">
            <a:extLst>
              <a:ext uri="{FF2B5EF4-FFF2-40B4-BE49-F238E27FC236}">
                <a16:creationId xmlns:a16="http://schemas.microsoft.com/office/drawing/2014/main" id="{F8C8B299-EE51-4040-AE82-203F9F5F1534}"/>
              </a:ext>
            </a:extLst>
          </p:cNvPr>
          <p:cNvCxnSpPr>
            <a:cxnSpLocks/>
            <a:stCxn id="84" idx="1"/>
            <a:endCxn id="268" idx="2"/>
          </p:cNvCxnSpPr>
          <p:nvPr/>
        </p:nvCxnSpPr>
        <p:spPr>
          <a:xfrm rot="10800000" flipH="1" flipV="1">
            <a:off x="2091890" y="2974161"/>
            <a:ext cx="8316315" cy="3457702"/>
          </a:xfrm>
          <a:prstGeom prst="bentConnector4">
            <a:avLst>
              <a:gd name="adj1" fmla="val -7903"/>
              <a:gd name="adj2" fmla="val 1101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323FDB83-AB76-4E4A-A684-9305F9B9D0AF}"/>
              </a:ext>
            </a:extLst>
          </p:cNvPr>
          <p:cNvCxnSpPr>
            <a:cxnSpLocks/>
            <a:stCxn id="86" idx="1"/>
            <a:endCxn id="306" idx="1"/>
          </p:cNvCxnSpPr>
          <p:nvPr/>
        </p:nvCxnSpPr>
        <p:spPr>
          <a:xfrm rot="10800000" flipH="1" flipV="1">
            <a:off x="2091891" y="3510796"/>
            <a:ext cx="6263226" cy="2954340"/>
          </a:xfrm>
          <a:prstGeom prst="bentConnector3">
            <a:avLst>
              <a:gd name="adj1" fmla="val -54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26D51F32-8A89-4A88-8FF7-10A49278CD2D}"/>
              </a:ext>
            </a:extLst>
          </p:cNvPr>
          <p:cNvSpPr/>
          <p:nvPr/>
        </p:nvSpPr>
        <p:spPr>
          <a:xfrm>
            <a:off x="8355117" y="64077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046FF5EC-BDC0-40C9-A04E-6F923917E35A}"/>
              </a:ext>
            </a:extLst>
          </p:cNvPr>
          <p:cNvCxnSpPr>
            <a:cxnSpLocks/>
            <a:stCxn id="306" idx="3"/>
            <a:endCxn id="269" idx="1"/>
          </p:cNvCxnSpPr>
          <p:nvPr/>
        </p:nvCxnSpPr>
        <p:spPr>
          <a:xfrm flipV="1">
            <a:off x="8463058" y="4010404"/>
            <a:ext cx="1492627" cy="245473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7" name="Gruppieren 336">
            <a:extLst>
              <a:ext uri="{FF2B5EF4-FFF2-40B4-BE49-F238E27FC236}">
                <a16:creationId xmlns:a16="http://schemas.microsoft.com/office/drawing/2014/main" id="{3A2BE6A2-2C11-4FB5-B1BC-FE7CA088844F}"/>
              </a:ext>
            </a:extLst>
          </p:cNvPr>
          <p:cNvGrpSpPr/>
          <p:nvPr/>
        </p:nvGrpSpPr>
        <p:grpSpPr>
          <a:xfrm>
            <a:off x="9092545" y="4458043"/>
            <a:ext cx="281584" cy="624658"/>
            <a:chOff x="7128441" y="3876743"/>
            <a:chExt cx="281584" cy="624658"/>
          </a:xfrm>
        </p:grpSpPr>
        <p:sp>
          <p:nvSpPr>
            <p:cNvPr id="338" name="Rechteck: abgerundete Ecken 337">
              <a:extLst>
                <a:ext uri="{FF2B5EF4-FFF2-40B4-BE49-F238E27FC236}">
                  <a16:creationId xmlns:a16="http://schemas.microsoft.com/office/drawing/2014/main" id="{114D2189-36C7-45E9-9CB8-C74F05FD3462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6A8D6784-B6C8-451F-804A-2B08B1AB92F2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54990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81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88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76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Tasten</a:t>
            </a:r>
          </a:p>
          <a:p>
            <a:pPr lvl="1"/>
            <a:r>
              <a:rPr lang="de-DE"/>
              <a:t>START (grün) : es wird gewürfelt</a:t>
            </a:r>
          </a:p>
          <a:p>
            <a:pPr lvl="1"/>
            <a:r>
              <a:rPr lang="de-DE"/>
              <a:t>TIPP (weiß) : Auswahl Tipp, Anzeige Display und zugerhörige LED</a:t>
            </a:r>
          </a:p>
          <a:p>
            <a:pPr lvl="1"/>
            <a:r>
              <a:rPr lang="de-DE"/>
              <a:t>JINGLE (gelb) : Auswahl Jingle und Abspielen des Jingle</a:t>
            </a:r>
            <a:br>
              <a:rPr lang="de-DE"/>
            </a:br>
            <a:endParaRPr lang="de-DE"/>
          </a:p>
          <a:p>
            <a:r>
              <a:rPr lang="de-DE"/>
              <a:t>Numpad Eingabe</a:t>
            </a:r>
          </a:p>
          <a:p>
            <a:pPr lvl="1"/>
            <a:r>
              <a:rPr lang="de-DE"/>
              <a:t>die Eingabe wird als Tipp verwendet, 0=kein Tipp, *=Wiederholen ohne neuen Tipp</a:t>
            </a:r>
          </a:p>
          <a:p>
            <a:pPr lvl="1"/>
            <a:r>
              <a:rPr lang="de-DE"/>
              <a:t>es wird dann automatisch gewürfelt</a:t>
            </a:r>
            <a:br>
              <a:rPr lang="de-DE"/>
            </a:br>
            <a:endParaRPr lang="de-DE"/>
          </a:p>
          <a:p>
            <a:r>
              <a:rPr lang="de-DE"/>
              <a:t>Würfeln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ausgewählter Jingle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der gewürfelten Nummer, Anzeige am Display, aktivieren zugehöriges LED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sollte ein Tipp gesetzt sein : entsprechend Abspielen und Anzeige des Matchergebnisses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03512"/>
              </p:ext>
            </p:extLst>
          </p:nvPr>
        </p:nvGraphicFramePr>
        <p:xfrm>
          <a:off x="0" y="3198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646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701154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892561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2547829600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1940120352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36564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I2C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TIPP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JINGLE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3" name="Grafik 2">
            <a:extLst>
              <a:ext uri="{FF2B5EF4-FFF2-40B4-BE49-F238E27FC236}">
                <a16:creationId xmlns:a16="http://schemas.microsoft.com/office/drawing/2014/main" id="{ACA900B4-BE89-453D-BD97-7B2823D9A3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7451" y="181812"/>
            <a:ext cx="5882224" cy="648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E15120A-EF0D-4CBE-A2EF-55C9CCB28E65}"/>
              </a:ext>
            </a:extLst>
          </p:cNvPr>
          <p:cNvGrpSpPr/>
          <p:nvPr/>
        </p:nvGrpSpPr>
        <p:grpSpPr>
          <a:xfrm rot="5400000">
            <a:off x="9455382" y="1496729"/>
            <a:ext cx="1043493" cy="380203"/>
            <a:chOff x="10243632" y="5934649"/>
            <a:chExt cx="1043493" cy="380203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7CEBC726-6AE1-4B41-89C0-BFE0DE4B8425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DF5CDCF0-0356-4067-9DF8-5EC233A76B26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F9DA32F-D60C-49D2-A603-E769305F24EB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5704A93-3F67-41FF-9E2F-6C2C83A39DD7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7268F4D-27E1-4502-B6C7-2CB2D96EC543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135C02C-C639-4D14-BDB7-0EC868562D10}"/>
              </a:ext>
            </a:extLst>
          </p:cNvPr>
          <p:cNvGrpSpPr/>
          <p:nvPr/>
        </p:nvGrpSpPr>
        <p:grpSpPr>
          <a:xfrm rot="5400000">
            <a:off x="1427192" y="2069922"/>
            <a:ext cx="1043493" cy="380203"/>
            <a:chOff x="10243632" y="5934649"/>
            <a:chExt cx="1043493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EBAFD3B-CFE5-4E05-AEAA-CBA8D29AD951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STA   GUS   JIN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2FC5DF1-EC2A-469D-80F9-7740F18ED31F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E09A308-349F-4E9B-82A6-16F488CCFDA2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4168B406-4B5F-4B28-9F2F-713F4A381BDB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02B79A4-6D20-469D-87D2-277BD06FE601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BAFBAEB3-438F-4373-B739-D7883F4F3B8E}"/>
              </a:ext>
            </a:extLst>
          </p:cNvPr>
          <p:cNvGrpSpPr/>
          <p:nvPr/>
        </p:nvGrpSpPr>
        <p:grpSpPr>
          <a:xfrm>
            <a:off x="3235149" y="600016"/>
            <a:ext cx="4829019" cy="4620946"/>
            <a:chOff x="3235149" y="600016"/>
            <a:chExt cx="4829019" cy="4620946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2A3AD1EE-A148-49A9-B5D7-FEF0C33E5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625649" y="600016"/>
              <a:ext cx="4190237" cy="4620946"/>
            </a:xfrm>
            <a:prstGeom prst="rect">
              <a:avLst/>
            </a:prstGeom>
          </p:spPr>
        </p:pic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06B530D7-6A1D-4F29-BB5F-57B8C56DF295}"/>
                </a:ext>
              </a:extLst>
            </p:cNvPr>
            <p:cNvSpPr/>
            <p:nvPr/>
          </p:nvSpPr>
          <p:spPr>
            <a:xfrm>
              <a:off x="3235149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E13E0EAE-D7FD-46FA-A50E-4BB039EFC7D4}"/>
                </a:ext>
              </a:extLst>
            </p:cNvPr>
            <p:cNvSpPr/>
            <p:nvPr/>
          </p:nvSpPr>
          <p:spPr>
            <a:xfrm>
              <a:off x="3235149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A471423-4047-4B5C-8E85-18EA8430D733}"/>
                </a:ext>
              </a:extLst>
            </p:cNvPr>
            <p:cNvSpPr/>
            <p:nvPr/>
          </p:nvSpPr>
          <p:spPr>
            <a:xfrm>
              <a:off x="3235149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4A7CC2E-BA0B-4844-A5B1-31879627DD6B}"/>
                </a:ext>
              </a:extLst>
            </p:cNvPr>
            <p:cNvSpPr/>
            <p:nvPr/>
          </p:nvSpPr>
          <p:spPr>
            <a:xfrm>
              <a:off x="3235149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0803A6B-1493-4CB9-B65A-7673B7C855EC}"/>
                </a:ext>
              </a:extLst>
            </p:cNvPr>
            <p:cNvSpPr/>
            <p:nvPr/>
          </p:nvSpPr>
          <p:spPr>
            <a:xfrm>
              <a:off x="3235149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E46C70A6-AE1E-4DEE-99A3-A366C42A81C1}"/>
                </a:ext>
              </a:extLst>
            </p:cNvPr>
            <p:cNvSpPr/>
            <p:nvPr/>
          </p:nvSpPr>
          <p:spPr>
            <a:xfrm>
              <a:off x="3235149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34D8726-12CB-4025-8ECF-CE4020E96144}"/>
                </a:ext>
              </a:extLst>
            </p:cNvPr>
            <p:cNvSpPr/>
            <p:nvPr/>
          </p:nvSpPr>
          <p:spPr>
            <a:xfrm>
              <a:off x="3235149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6FA89E2-5AAE-4099-81BE-A6C62D087563}"/>
                </a:ext>
              </a:extLst>
            </p:cNvPr>
            <p:cNvSpPr/>
            <p:nvPr/>
          </p:nvSpPr>
          <p:spPr>
            <a:xfrm>
              <a:off x="3235149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00BA7F72-C255-4CC8-AC10-5693C272A6BD}"/>
                </a:ext>
              </a:extLst>
            </p:cNvPr>
            <p:cNvSpPr/>
            <p:nvPr/>
          </p:nvSpPr>
          <p:spPr>
            <a:xfrm>
              <a:off x="3235149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E6BDF6B-143A-410B-B2C3-87FA02FEFD41}"/>
                </a:ext>
              </a:extLst>
            </p:cNvPr>
            <p:cNvSpPr/>
            <p:nvPr/>
          </p:nvSpPr>
          <p:spPr>
            <a:xfrm>
              <a:off x="3235149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7618FC2-4642-43AF-A7BA-AD987944E47E}"/>
                </a:ext>
              </a:extLst>
            </p:cNvPr>
            <p:cNvSpPr/>
            <p:nvPr/>
          </p:nvSpPr>
          <p:spPr>
            <a:xfrm>
              <a:off x="3235149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69C43F85-C1E9-4766-9CA4-D815E9EADF5E}"/>
                </a:ext>
              </a:extLst>
            </p:cNvPr>
            <p:cNvSpPr/>
            <p:nvPr/>
          </p:nvSpPr>
          <p:spPr>
            <a:xfrm>
              <a:off x="3235149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98FF5A3-39F9-4194-9177-CD6A108482D3}"/>
                </a:ext>
              </a:extLst>
            </p:cNvPr>
            <p:cNvSpPr/>
            <p:nvPr/>
          </p:nvSpPr>
          <p:spPr>
            <a:xfrm>
              <a:off x="3235149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50464F9-2CF5-4722-BA72-0A61C2DE9F9D}"/>
                </a:ext>
              </a:extLst>
            </p:cNvPr>
            <p:cNvSpPr/>
            <p:nvPr/>
          </p:nvSpPr>
          <p:spPr>
            <a:xfrm>
              <a:off x="3235149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AE3AA6A-8DAA-4BE4-8386-DA76A3647116}"/>
                </a:ext>
              </a:extLst>
            </p:cNvPr>
            <p:cNvSpPr/>
            <p:nvPr/>
          </p:nvSpPr>
          <p:spPr>
            <a:xfrm>
              <a:off x="3235149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00CF78CC-4C38-4680-96A4-2A03C6A4CFD4}"/>
                </a:ext>
              </a:extLst>
            </p:cNvPr>
            <p:cNvSpPr/>
            <p:nvPr/>
          </p:nvSpPr>
          <p:spPr>
            <a:xfrm>
              <a:off x="7939601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C887C306-970A-455F-A594-0E4F0655B5F3}"/>
                </a:ext>
              </a:extLst>
            </p:cNvPr>
            <p:cNvSpPr/>
            <p:nvPr/>
          </p:nvSpPr>
          <p:spPr>
            <a:xfrm>
              <a:off x="7939601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E0E838D7-A326-465D-973D-C078C94D6E4A}"/>
                </a:ext>
              </a:extLst>
            </p:cNvPr>
            <p:cNvSpPr/>
            <p:nvPr/>
          </p:nvSpPr>
          <p:spPr>
            <a:xfrm>
              <a:off x="7939601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2F3A381-ED13-4292-B55E-C93F1C5FD6BF}"/>
                </a:ext>
              </a:extLst>
            </p:cNvPr>
            <p:cNvSpPr/>
            <p:nvPr/>
          </p:nvSpPr>
          <p:spPr>
            <a:xfrm>
              <a:off x="7939601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94538E2C-92EC-47A7-9E2F-788BC102518E}"/>
                </a:ext>
              </a:extLst>
            </p:cNvPr>
            <p:cNvSpPr/>
            <p:nvPr/>
          </p:nvSpPr>
          <p:spPr>
            <a:xfrm>
              <a:off x="7939601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CBC5CCB-68AD-46F0-8560-AEBA6738A025}"/>
                </a:ext>
              </a:extLst>
            </p:cNvPr>
            <p:cNvSpPr/>
            <p:nvPr/>
          </p:nvSpPr>
          <p:spPr>
            <a:xfrm>
              <a:off x="7939601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97E8E8-A893-4152-A21F-4CD5907416C6}"/>
                </a:ext>
              </a:extLst>
            </p:cNvPr>
            <p:cNvSpPr/>
            <p:nvPr/>
          </p:nvSpPr>
          <p:spPr>
            <a:xfrm>
              <a:off x="7939601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F1FD037-AF43-4937-A7F1-876127ECD844}"/>
                </a:ext>
              </a:extLst>
            </p:cNvPr>
            <p:cNvSpPr/>
            <p:nvPr/>
          </p:nvSpPr>
          <p:spPr>
            <a:xfrm>
              <a:off x="7939601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B7E0727-3FCE-47B8-A295-F07A78C70B0F}"/>
                </a:ext>
              </a:extLst>
            </p:cNvPr>
            <p:cNvSpPr/>
            <p:nvPr/>
          </p:nvSpPr>
          <p:spPr>
            <a:xfrm>
              <a:off x="7939601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21FBF1DB-3123-4EF3-BEF9-C7C42D49EAB9}"/>
                </a:ext>
              </a:extLst>
            </p:cNvPr>
            <p:cNvSpPr/>
            <p:nvPr/>
          </p:nvSpPr>
          <p:spPr>
            <a:xfrm>
              <a:off x="7939601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31AC92D2-B50C-4788-9341-43D2F4529D0C}"/>
                </a:ext>
              </a:extLst>
            </p:cNvPr>
            <p:cNvSpPr/>
            <p:nvPr/>
          </p:nvSpPr>
          <p:spPr>
            <a:xfrm>
              <a:off x="7939601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733AD9D-959B-4DD4-AFF1-ED272F640969}"/>
                </a:ext>
              </a:extLst>
            </p:cNvPr>
            <p:cNvSpPr/>
            <p:nvPr/>
          </p:nvSpPr>
          <p:spPr>
            <a:xfrm>
              <a:off x="7939601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CFF1B7F-A477-4DF8-93F1-33E4FA813F08}"/>
                </a:ext>
              </a:extLst>
            </p:cNvPr>
            <p:cNvSpPr/>
            <p:nvPr/>
          </p:nvSpPr>
          <p:spPr>
            <a:xfrm>
              <a:off x="7939601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F02C5E5-243E-4FFD-BB0B-4C6F8ED0DBA3}"/>
                </a:ext>
              </a:extLst>
            </p:cNvPr>
            <p:cNvSpPr/>
            <p:nvPr/>
          </p:nvSpPr>
          <p:spPr>
            <a:xfrm>
              <a:off x="7939601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C7029C73-AF69-4CA8-A9DF-B91B63585094}"/>
                </a:ext>
              </a:extLst>
            </p:cNvPr>
            <p:cNvSpPr/>
            <p:nvPr/>
          </p:nvSpPr>
          <p:spPr>
            <a:xfrm>
              <a:off x="7939601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</p:grp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E12C3CF-8EA1-43D8-BADE-590AF6BBC241}"/>
              </a:ext>
            </a:extLst>
          </p:cNvPr>
          <p:cNvCxnSpPr>
            <a:stCxn id="22" idx="0"/>
            <a:endCxn id="26" idx="1"/>
          </p:cNvCxnSpPr>
          <p:nvPr/>
        </p:nvCxnSpPr>
        <p:spPr>
          <a:xfrm flipV="1">
            <a:off x="2139040" y="1849792"/>
            <a:ext cx="1096109" cy="647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BC6650-B4C6-4128-A7E3-86D7942D0C9A}"/>
              </a:ext>
            </a:extLst>
          </p:cNvPr>
          <p:cNvCxnSpPr>
            <a:stCxn id="19" idx="0"/>
            <a:endCxn id="27" idx="1"/>
          </p:cNvCxnSpPr>
          <p:nvPr/>
        </p:nvCxnSpPr>
        <p:spPr>
          <a:xfrm flipV="1">
            <a:off x="2139040" y="2105826"/>
            <a:ext cx="1096109" cy="265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D0D55D23-CC10-4948-97B7-E1C63C641080}"/>
              </a:ext>
            </a:extLst>
          </p:cNvPr>
          <p:cNvCxnSpPr>
            <a:stCxn id="20" idx="0"/>
            <a:endCxn id="28" idx="1"/>
          </p:cNvCxnSpPr>
          <p:nvPr/>
        </p:nvCxnSpPr>
        <p:spPr>
          <a:xfrm>
            <a:off x="2139040" y="2350261"/>
            <a:ext cx="1096109" cy="11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FC523CD7-71D5-448F-99D1-5EA5B9FD62A0}"/>
              </a:ext>
            </a:extLst>
          </p:cNvPr>
          <p:cNvCxnSpPr>
            <a:stCxn id="21" idx="0"/>
            <a:endCxn id="29" idx="1"/>
          </p:cNvCxnSpPr>
          <p:nvPr/>
        </p:nvCxnSpPr>
        <p:spPr>
          <a:xfrm>
            <a:off x="2139040" y="2568145"/>
            <a:ext cx="1096109" cy="49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7467DAB-2B69-4F11-A52A-7D67C59941CD}"/>
              </a:ext>
            </a:extLst>
          </p:cNvPr>
          <p:cNvCxnSpPr>
            <a:stCxn id="15" idx="0"/>
            <a:endCxn id="37" idx="1"/>
          </p:cNvCxnSpPr>
          <p:nvPr/>
        </p:nvCxnSpPr>
        <p:spPr>
          <a:xfrm>
            <a:off x="2129515" y="4577184"/>
            <a:ext cx="1105634" cy="889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6C053D0-F984-48B7-96EA-75A5663C8FC2}"/>
              </a:ext>
            </a:extLst>
          </p:cNvPr>
          <p:cNvCxnSpPr>
            <a:stCxn id="11" idx="0"/>
            <a:endCxn id="36" idx="1"/>
          </p:cNvCxnSpPr>
          <p:nvPr/>
        </p:nvCxnSpPr>
        <p:spPr>
          <a:xfrm>
            <a:off x="2129515" y="4346021"/>
            <a:ext cx="1105634" cy="64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BC2020FB-1D91-45F1-BA03-429B85B6086C}"/>
              </a:ext>
            </a:extLst>
          </p:cNvPr>
          <p:cNvCxnSpPr>
            <a:stCxn id="14" idx="0"/>
            <a:endCxn id="35" idx="1"/>
          </p:cNvCxnSpPr>
          <p:nvPr/>
        </p:nvCxnSpPr>
        <p:spPr>
          <a:xfrm>
            <a:off x="2139040" y="4147781"/>
            <a:ext cx="1096109" cy="63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1961D980-E36B-480F-854C-2590DEFFB635}"/>
              </a:ext>
            </a:extLst>
          </p:cNvPr>
          <p:cNvCxnSpPr>
            <a:stCxn id="13" idx="0"/>
            <a:endCxn id="34" idx="1"/>
          </p:cNvCxnSpPr>
          <p:nvPr/>
        </p:nvCxnSpPr>
        <p:spPr>
          <a:xfrm flipV="1">
            <a:off x="2129515" y="3898064"/>
            <a:ext cx="1105634" cy="455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091FD893-90DD-4C4C-AE09-AD85F163D2E2}"/>
              </a:ext>
            </a:extLst>
          </p:cNvPr>
          <p:cNvCxnSpPr>
            <a:stCxn id="12" idx="0"/>
            <a:endCxn id="33" idx="1"/>
          </p:cNvCxnSpPr>
          <p:nvPr/>
        </p:nvCxnSpPr>
        <p:spPr>
          <a:xfrm flipV="1">
            <a:off x="2129515" y="3642030"/>
            <a:ext cx="1105634" cy="26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5E8398C-B73D-4F60-9AF4-AD579EADAA77}"/>
              </a:ext>
            </a:extLst>
          </p:cNvPr>
          <p:cNvCxnSpPr>
            <a:cxnSpLocks/>
            <a:stCxn id="10" idx="0"/>
            <a:endCxn id="32" idx="1"/>
          </p:cNvCxnSpPr>
          <p:nvPr/>
        </p:nvCxnSpPr>
        <p:spPr>
          <a:xfrm flipV="1">
            <a:off x="2129515" y="3385996"/>
            <a:ext cx="1105634" cy="18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42C3198C-242E-41EE-A177-39EB08B0C426}"/>
              </a:ext>
            </a:extLst>
          </p:cNvPr>
          <p:cNvCxnSpPr>
            <a:stCxn id="39" idx="3"/>
            <a:endCxn id="7" idx="2"/>
          </p:cNvCxnSpPr>
          <p:nvPr/>
        </p:nvCxnSpPr>
        <p:spPr>
          <a:xfrm>
            <a:off x="8064168" y="1337724"/>
            <a:ext cx="1988792" cy="3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3D83E313-2FE6-4C0E-96EA-74F3A51E7F30}"/>
              </a:ext>
            </a:extLst>
          </p:cNvPr>
          <p:cNvCxnSpPr>
            <a:cxnSpLocks/>
            <a:stCxn id="41" idx="3"/>
            <a:endCxn id="4" idx="2"/>
          </p:cNvCxnSpPr>
          <p:nvPr/>
        </p:nvCxnSpPr>
        <p:spPr>
          <a:xfrm flipV="1">
            <a:off x="8064168" y="1559184"/>
            <a:ext cx="1988792" cy="290608"/>
          </a:xfrm>
          <a:prstGeom prst="bentConnector3">
            <a:avLst>
              <a:gd name="adj1" fmla="val 3323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E8414024-4554-4A13-B525-6A6ED0BF83A8}"/>
              </a:ext>
            </a:extLst>
          </p:cNvPr>
          <p:cNvCxnSpPr>
            <a:cxnSpLocks/>
            <a:stCxn id="45" idx="3"/>
            <a:endCxn id="5" idx="2"/>
          </p:cNvCxnSpPr>
          <p:nvPr/>
        </p:nvCxnSpPr>
        <p:spPr>
          <a:xfrm flipV="1">
            <a:off x="8064168" y="1777068"/>
            <a:ext cx="1988792" cy="1096860"/>
          </a:xfrm>
          <a:prstGeom prst="bentConnector3">
            <a:avLst>
              <a:gd name="adj1" fmla="val 4329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ACB1B768-FF20-4888-AAC2-636591C9C204}"/>
              </a:ext>
            </a:extLst>
          </p:cNvPr>
          <p:cNvCxnSpPr>
            <a:stCxn id="44" idx="3"/>
            <a:endCxn id="6" idx="2"/>
          </p:cNvCxnSpPr>
          <p:nvPr/>
        </p:nvCxnSpPr>
        <p:spPr>
          <a:xfrm flipV="1">
            <a:off x="8064168" y="1994952"/>
            <a:ext cx="1988792" cy="622942"/>
          </a:xfrm>
          <a:prstGeom prst="bentConnector3">
            <a:avLst>
              <a:gd name="adj1" fmla="val 5574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DA839CF2-54B2-4399-9F46-4E86B9999D2E}"/>
              </a:ext>
            </a:extLst>
          </p:cNvPr>
          <p:cNvGrpSpPr/>
          <p:nvPr/>
        </p:nvGrpSpPr>
        <p:grpSpPr>
          <a:xfrm>
            <a:off x="1765591" y="2990611"/>
            <a:ext cx="373449" cy="1728077"/>
            <a:chOff x="1765591" y="2990611"/>
            <a:chExt cx="373449" cy="1728077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FAF4D12-D8DF-4497-B72F-F49165BB498B}"/>
                </a:ext>
              </a:extLst>
            </p:cNvPr>
            <p:cNvSpPr/>
            <p:nvPr/>
          </p:nvSpPr>
          <p:spPr>
            <a:xfrm rot="5400000">
              <a:off x="1048407" y="3707795"/>
              <a:ext cx="1728077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L-1    L-2      L-3    L-4    L-5   L-6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B6F06EF7-1F46-4FB8-8CC1-86739C7B2883}"/>
                </a:ext>
              </a:extLst>
            </p:cNvPr>
            <p:cNvSpPr/>
            <p:nvPr/>
          </p:nvSpPr>
          <p:spPr>
            <a:xfrm rot="5400000">
              <a:off x="1996180" y="334710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5E4AB8A8-3F84-405A-9388-A1DDB812D2A4}"/>
                </a:ext>
              </a:extLst>
            </p:cNvPr>
            <p:cNvSpPr/>
            <p:nvPr/>
          </p:nvSpPr>
          <p:spPr>
            <a:xfrm rot="5400000">
              <a:off x="1996180" y="428888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A21B50B-F9BE-4B68-9E18-3F457231788F}"/>
                </a:ext>
              </a:extLst>
            </p:cNvPr>
            <p:cNvSpPr/>
            <p:nvPr/>
          </p:nvSpPr>
          <p:spPr>
            <a:xfrm rot="5400000">
              <a:off x="1996180" y="36114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7B3F8F9-8786-4637-B94F-8691496497EC}"/>
                </a:ext>
              </a:extLst>
            </p:cNvPr>
            <p:cNvSpPr/>
            <p:nvPr/>
          </p:nvSpPr>
          <p:spPr>
            <a:xfrm rot="5400000">
              <a:off x="1996180" y="38864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142ACAB-D437-489C-A2CA-26641F3CAC41}"/>
                </a:ext>
              </a:extLst>
            </p:cNvPr>
            <p:cNvSpPr/>
            <p:nvPr/>
          </p:nvSpPr>
          <p:spPr>
            <a:xfrm rot="5400000">
              <a:off x="2005705" y="409064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C9E9CCB1-B0D7-4078-8770-B9B163A5EE28}"/>
                </a:ext>
              </a:extLst>
            </p:cNvPr>
            <p:cNvSpPr/>
            <p:nvPr/>
          </p:nvSpPr>
          <p:spPr>
            <a:xfrm rot="5400000">
              <a:off x="1996180" y="45200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E0C162F3-6F30-47A5-8821-31554F1407F0}"/>
                </a:ext>
              </a:extLst>
            </p:cNvPr>
            <p:cNvSpPr/>
            <p:nvPr/>
          </p:nvSpPr>
          <p:spPr>
            <a:xfrm rot="5400000">
              <a:off x="1983101" y="31370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0" name="Ellipse 69">
            <a:extLst>
              <a:ext uri="{FF2B5EF4-FFF2-40B4-BE49-F238E27FC236}">
                <a16:creationId xmlns:a16="http://schemas.microsoft.com/office/drawing/2014/main" id="{14B17455-0EE3-46E8-8B16-9AF75975AD09}"/>
              </a:ext>
            </a:extLst>
          </p:cNvPr>
          <p:cNvSpPr/>
          <p:nvPr/>
        </p:nvSpPr>
        <p:spPr>
          <a:xfrm>
            <a:off x="1226625" y="2456263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77C4FB23-6AC8-4AA0-8CD3-5B9CA880FBFA}"/>
              </a:ext>
            </a:extLst>
          </p:cNvPr>
          <p:cNvCxnSpPr>
            <a:cxnSpLocks/>
            <a:stCxn id="70" idx="4"/>
            <a:endCxn id="68" idx="0"/>
          </p:cNvCxnSpPr>
          <p:nvPr/>
        </p:nvCxnSpPr>
        <p:spPr>
          <a:xfrm rot="16200000" flipH="1">
            <a:off x="1526410" y="2604189"/>
            <a:ext cx="486888" cy="693164"/>
          </a:xfrm>
          <a:prstGeom prst="bentConnector4">
            <a:avLst>
              <a:gd name="adj1" fmla="val 44133"/>
              <a:gd name="adj2" fmla="val 13573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55">
            <a:extLst>
              <a:ext uri="{FF2B5EF4-FFF2-40B4-BE49-F238E27FC236}">
                <a16:creationId xmlns:a16="http://schemas.microsoft.com/office/drawing/2014/main" id="{CF44BBCB-A0F5-47F3-A4E5-598DE2DE3E21}"/>
              </a:ext>
            </a:extLst>
          </p:cNvPr>
          <p:cNvCxnSpPr>
            <a:cxnSpLocks/>
            <a:stCxn id="70" idx="0"/>
            <a:endCxn id="22" idx="1"/>
          </p:cNvCxnSpPr>
          <p:nvPr/>
        </p:nvCxnSpPr>
        <p:spPr>
          <a:xfrm rot="5400000" flipH="1" flipV="1">
            <a:off x="1443603" y="1817962"/>
            <a:ext cx="617970" cy="658633"/>
          </a:xfrm>
          <a:prstGeom prst="bentConnector3">
            <a:avLst>
              <a:gd name="adj1" fmla="val 133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277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C727A4A1-4A55-43D0-B7E4-49B9D7C4DD04}"/>
              </a:ext>
            </a:extLst>
          </p:cNvPr>
          <p:cNvSpPr/>
          <p:nvPr/>
        </p:nvSpPr>
        <p:spPr>
          <a:xfrm>
            <a:off x="4451739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F6DF787-47C4-4E60-9C98-5E53CD3E901C}"/>
              </a:ext>
            </a:extLst>
          </p:cNvPr>
          <p:cNvSpPr/>
          <p:nvPr/>
        </p:nvSpPr>
        <p:spPr>
          <a:xfrm>
            <a:off x="6312579" y="4627801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Jede Geschichte eingeteilt in Kapitel, optional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Select Button (gelb)</a:t>
            </a:r>
          </a:p>
          <a:p>
            <a:pPr lvl="1"/>
            <a:r>
              <a:rPr lang="de-DE"/>
              <a:t>wenn der select button (unterhalb der gelben LED) gedrückt wird, werden die konfigurierten Stories hintereinander 1x angezeigt</a:t>
            </a:r>
          </a:p>
          <a:p>
            <a:pPr lvl="1"/>
            <a:r>
              <a:rPr lang="de-DE"/>
              <a:t>während dieses "Selection" Modus wird eine gelbe LED angezeigt und jeweils ein sound und ein bitmap geöffnet – quasi als teaser</a:t>
            </a:r>
          </a:p>
          <a:p>
            <a:pPr lvl="1"/>
            <a:endParaRPr lang="de-DE"/>
          </a:p>
          <a:p>
            <a:r>
              <a:rPr lang="de-DE"/>
              <a:t>Start Button (grün)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Start Buttons (unterhalb der grünen LED)</a:t>
            </a:r>
          </a:p>
          <a:p>
            <a:pPr lvl="1"/>
            <a:r>
              <a:rPr lang="de-DE"/>
              <a:t>damit wird der Selektionsmodus beendet (gelbe LED erlischt) und der Reading Modus beginnt (grüne LED an)</a:t>
            </a:r>
          </a:p>
          <a:p>
            <a:pPr lvl="1"/>
            <a:endParaRPr lang="de-DE"/>
          </a:p>
          <a:p>
            <a:r>
              <a:rPr lang="de-DE"/>
              <a:t>Repeat Button (weiß)</a:t>
            </a:r>
          </a:p>
          <a:p>
            <a:pPr lvl="1"/>
            <a:r>
              <a:rPr lang="de-DE"/>
              <a:t>während ein Kapitel läuft, kann der Repeat Button gedrückt werden und es wird das Kapitel wiederholt</a:t>
            </a:r>
            <a:br>
              <a:rPr lang="de-DE"/>
            </a:br>
            <a:endParaRPr lang="de-DE"/>
          </a:p>
          <a:p>
            <a:r>
              <a:rPr lang="de-DE"/>
              <a:t>Skip Button (blau)</a:t>
            </a:r>
          </a:p>
          <a:p>
            <a:pPr lvl="1"/>
            <a:r>
              <a:rPr lang="de-DE"/>
              <a:t>während ein Kapitel läuft, kann der Skip Button gedrückt werden und es wird das Kapitel beendet</a:t>
            </a:r>
            <a:br>
              <a:rPr lang="de-DE"/>
            </a:br>
            <a:endParaRPr lang="de-DE"/>
          </a:p>
          <a:p>
            <a:r>
              <a:rPr lang="de-DE"/>
              <a:t>Cancel Button (rot)</a:t>
            </a:r>
          </a:p>
          <a:p>
            <a:pPr lvl="1"/>
            <a:r>
              <a:rPr lang="de-DE"/>
              <a:t>im Selection oder Reading Modus kann der Cancel Button gedrückt werden; dies stoppt die Ton und Bild Ausgabe 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B77F68-3D13-4868-AF19-31DD1959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C0D34D-09E6-4BFB-9C5B-A6399F08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Numpad Eingabe</a:t>
            </a:r>
          </a:p>
          <a:p>
            <a:pPr lvl="1"/>
            <a:r>
              <a:rPr lang="de-DE"/>
              <a:t>1..9 : je nach Anzahl der konfigurierten Stories wird eine Story direkt gestartet</a:t>
            </a:r>
          </a:p>
          <a:p>
            <a:pPr lvl="1"/>
            <a:r>
              <a:rPr lang="de-DE"/>
              <a:t>A : "again" – entspricht der Repeat Taste (reading mode)</a:t>
            </a:r>
          </a:p>
          <a:p>
            <a:pPr lvl="1"/>
            <a:r>
              <a:rPr lang="de-DE"/>
              <a:t>B : "bypass" – entspricht der Skip Taste (reading mode)</a:t>
            </a:r>
          </a:p>
          <a:p>
            <a:pPr lvl="1"/>
            <a:r>
              <a:rPr lang="de-DE"/>
              <a:t>C : "cancel" – entspricht der Cancel Taste (reading mode)</a:t>
            </a:r>
          </a:p>
          <a:p>
            <a:pPr lvl="1"/>
            <a:r>
              <a:rPr lang="de-DE"/>
              <a:t>D : "do-it" – entspricht der Start Taste (selecting mode, reading mode in menu)</a:t>
            </a:r>
          </a:p>
          <a:p>
            <a:pPr lvl="1"/>
            <a:r>
              <a:rPr lang="de-DE"/>
              <a:t>* : "select" – entspricht der Select Taste (selecting mode)</a:t>
            </a:r>
          </a:p>
        </p:txBody>
      </p:sp>
    </p:spTree>
    <p:extLst>
      <p:ext uri="{BB962C8B-B14F-4D97-AF65-F5344CB8AC3E}">
        <p14:creationId xmlns:p14="http://schemas.microsoft.com/office/powerpoint/2010/main" val="10803896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58543"/>
              </p:ext>
            </p:extLst>
          </p:nvPr>
        </p:nvGraphicFramePr>
        <p:xfrm>
          <a:off x="158508" y="1143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799879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7482178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CANCEL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SELECTING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028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228102"/>
              </p:ext>
            </p:extLst>
          </p:nvPr>
        </p:nvGraphicFramePr>
        <p:xfrm>
          <a:off x="3436505" y="0"/>
          <a:ext cx="5318990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2188251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Buttons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16881452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Selection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882417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 selected Story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92048029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 current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7412303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SKIP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Skip current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55855395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CANCEL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 current Story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7793553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46474324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3172958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Selection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8528288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Reading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0840011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1942063" y="1089050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sp>
        <p:nvSpPr>
          <p:cNvPr id="199" name="Rechteck 198">
            <a:extLst>
              <a:ext uri="{FF2B5EF4-FFF2-40B4-BE49-F238E27FC236}">
                <a16:creationId xmlns:a16="http://schemas.microsoft.com/office/drawing/2014/main" id="{E15676F5-7E71-4B4B-BA28-D181EDB6611E}"/>
              </a:ext>
            </a:extLst>
          </p:cNvPr>
          <p:cNvSpPr/>
          <p:nvPr/>
        </p:nvSpPr>
        <p:spPr>
          <a:xfrm>
            <a:off x="3131449" y="480604"/>
            <a:ext cx="2700903" cy="6377395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6457E4D6-EBF0-4945-BD33-8496FC4D0E02}"/>
              </a:ext>
            </a:extLst>
          </p:cNvPr>
          <p:cNvGrpSpPr/>
          <p:nvPr/>
        </p:nvGrpSpPr>
        <p:grpSpPr>
          <a:xfrm rot="16200000">
            <a:off x="4455388" y="-85394"/>
            <a:ext cx="380203" cy="849709"/>
            <a:chOff x="396781" y="4534438"/>
            <a:chExt cx="380203" cy="849709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 rot="16200000">
              <a:off x="205274" y="4812438"/>
              <a:ext cx="849709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LSE LRD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 rot="16200000">
              <a:off x="377716" y="4932913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 rot="16200000">
              <a:off x="377716" y="4715029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 rot="16200000">
              <a:off x="377716" y="5150797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22" name="Gruppieren 221">
            <a:extLst>
              <a:ext uri="{FF2B5EF4-FFF2-40B4-BE49-F238E27FC236}">
                <a16:creationId xmlns:a16="http://schemas.microsoft.com/office/drawing/2014/main" id="{51CAAC27-3001-4035-A317-91504FF8A072}"/>
              </a:ext>
            </a:extLst>
          </p:cNvPr>
          <p:cNvGrpSpPr/>
          <p:nvPr/>
        </p:nvGrpSpPr>
        <p:grpSpPr>
          <a:xfrm>
            <a:off x="8655600" y="4213654"/>
            <a:ext cx="1232170" cy="1636078"/>
            <a:chOff x="8644779" y="4094623"/>
            <a:chExt cx="1232170" cy="1636078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8533207" y="438696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 rot="5400000">
              <a:off x="95770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 rot="5400000">
              <a:off x="940943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 rot="5400000">
              <a:off x="924179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 rot="5400000">
              <a:off x="907415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 rot="5400000">
              <a:off x="890651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 rot="5400000">
              <a:off x="87388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943F3555-0582-4B3C-A119-E6E965768DB8}"/>
                </a:ext>
              </a:extLst>
            </p:cNvPr>
            <p:cNvSpPr txBox="1"/>
            <p:nvPr/>
          </p:nvSpPr>
          <p:spPr>
            <a:xfrm rot="5400000">
              <a:off x="9017847" y="4123448"/>
              <a:ext cx="486030" cy="106182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r"/>
              <a:r>
                <a:rPr lang="de-DE" sz="1050"/>
                <a:t>GND</a:t>
              </a:r>
              <a:br>
                <a:rPr lang="de-DE" sz="1050"/>
              </a:br>
              <a:r>
                <a:rPr lang="de-DE" sz="1050"/>
                <a:t>MISO</a:t>
              </a:r>
              <a:br>
                <a:rPr lang="de-DE" sz="1050"/>
              </a:br>
              <a:r>
                <a:rPr lang="de-DE" sz="1050"/>
                <a:t>CLK</a:t>
              </a:r>
              <a:br>
                <a:rPr lang="de-DE" sz="1050"/>
              </a:br>
              <a:r>
                <a:rPr lang="de-DE" sz="1050"/>
                <a:t>MOSI</a:t>
              </a:r>
              <a:br>
                <a:rPr lang="de-DE" sz="1050"/>
              </a:br>
              <a:r>
                <a:rPr lang="de-DE" sz="1050"/>
                <a:t>CS</a:t>
              </a:r>
              <a:br>
                <a:rPr lang="de-DE" sz="1050"/>
              </a:br>
              <a:r>
                <a:rPr lang="de-DE" sz="1050"/>
                <a:t>VCC</a:t>
              </a:r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273914" y="2179806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582820" y="1991536"/>
            <a:ext cx="1270988" cy="1205429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6959756" y="2316399"/>
            <a:ext cx="1623064" cy="5174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>
            <a:off x="6959756" y="2032569"/>
            <a:ext cx="1623064" cy="8819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 flipV="1">
            <a:off x="9853808" y="2277972"/>
            <a:ext cx="751751" cy="1698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853808" y="2061786"/>
            <a:ext cx="751751" cy="2055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0719829" y="2714525"/>
            <a:ext cx="1204583" cy="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>
            <a:cxnSpLocks/>
            <a:stCxn id="165" idx="2"/>
            <a:endCxn id="123" idx="0"/>
          </p:cNvCxnSpPr>
          <p:nvPr/>
        </p:nvCxnSpPr>
        <p:spPr>
          <a:xfrm>
            <a:off x="11982450" y="933410"/>
            <a:ext cx="18162" cy="1723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26573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  <a:stCxn id="140" idx="1"/>
            <a:endCxn id="97" idx="2"/>
          </p:cNvCxnSpPr>
          <p:nvPr/>
        </p:nvCxnSpPr>
        <p:spPr>
          <a:xfrm rot="10800000">
            <a:off x="2004348" y="6411478"/>
            <a:ext cx="6223035" cy="21723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2435486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 flipV="1">
            <a:off x="10719829" y="2492621"/>
            <a:ext cx="966714" cy="4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 flipV="1">
            <a:off x="9853808" y="2669242"/>
            <a:ext cx="751751" cy="46196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cxnSpLocks/>
            <a:stCxn id="48" idx="0"/>
            <a:endCxn id="104" idx="3"/>
          </p:cNvCxnSpPr>
          <p:nvPr/>
        </p:nvCxnSpPr>
        <p:spPr>
          <a:xfrm flipH="1" flipV="1">
            <a:off x="9853808" y="2473608"/>
            <a:ext cx="751751" cy="23946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0"/>
            <a:endCxn id="34" idx="2"/>
          </p:cNvCxnSpPr>
          <p:nvPr/>
        </p:nvCxnSpPr>
        <p:spPr>
          <a:xfrm rot="5400000" flipH="1" flipV="1">
            <a:off x="7395312" y="5198125"/>
            <a:ext cx="2281723" cy="46518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8227382" y="6571577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23" idx="2"/>
            <a:endCxn id="29" idx="0"/>
          </p:cNvCxnSpPr>
          <p:nvPr/>
        </p:nvCxnSpPr>
        <p:spPr>
          <a:xfrm rot="5400000">
            <a:off x="10101826" y="2391068"/>
            <a:ext cx="1518194" cy="2279378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6959756" y="3902255"/>
            <a:ext cx="2033783" cy="31139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6959756" y="3368059"/>
            <a:ext cx="2536703" cy="84559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248" idx="0"/>
          </p:cNvCxnSpPr>
          <p:nvPr/>
        </p:nvCxnSpPr>
        <p:spPr>
          <a:xfrm>
            <a:off x="6959756" y="1765471"/>
            <a:ext cx="662539" cy="1407608"/>
          </a:xfrm>
          <a:prstGeom prst="bentConnector2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6959756" y="3635157"/>
            <a:ext cx="2369063" cy="5784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66" idx="3"/>
          </p:cNvCxnSpPr>
          <p:nvPr/>
        </p:nvCxnSpPr>
        <p:spPr>
          <a:xfrm rot="5400000">
            <a:off x="7619901" y="2085951"/>
            <a:ext cx="354865" cy="16751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81914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4778821" y="-1291964"/>
            <a:ext cx="1029524" cy="6578473"/>
          </a:xfrm>
          <a:prstGeom prst="bentConnector4">
            <a:avLst>
              <a:gd name="adj1" fmla="val -22204"/>
              <a:gd name="adj2" fmla="val 93765"/>
            </a:avLst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86" idx="3"/>
            <a:endCxn id="19" idx="0"/>
          </p:cNvCxnSpPr>
          <p:nvPr/>
        </p:nvCxnSpPr>
        <p:spPr>
          <a:xfrm flipV="1">
            <a:off x="2066630" y="542267"/>
            <a:ext cx="1550833" cy="367304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Ellipse 151">
            <a:extLst>
              <a:ext uri="{FF2B5EF4-FFF2-40B4-BE49-F238E27FC236}">
                <a16:creationId xmlns:a16="http://schemas.microsoft.com/office/drawing/2014/main" id="{63854B6F-D7E0-4AF4-B848-C6BFA74196B0}"/>
              </a:ext>
            </a:extLst>
          </p:cNvPr>
          <p:cNvSpPr/>
          <p:nvPr/>
        </p:nvSpPr>
        <p:spPr>
          <a:xfrm>
            <a:off x="5926010" y="345547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1C56E201-8744-4EB7-970E-B08F1997B56D}"/>
              </a:ext>
            </a:extLst>
          </p:cNvPr>
          <p:cNvGrpSpPr/>
          <p:nvPr/>
        </p:nvGrpSpPr>
        <p:grpSpPr>
          <a:xfrm rot="16200000">
            <a:off x="3091140" y="-378154"/>
            <a:ext cx="380204" cy="1460642"/>
            <a:chOff x="336325" y="1767520"/>
            <a:chExt cx="380204" cy="1460642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 rot="16200000">
              <a:off x="-160647" y="2350986"/>
              <a:ext cx="1460642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SEL  STA  RPT   SKP  CAN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 rot="16200000">
              <a:off x="317262" y="2776927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 rot="16200000">
              <a:off x="317262" y="2559043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 rot="16200000">
              <a:off x="317262" y="23411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 rot="16200000">
              <a:off x="317262" y="2123273"/>
              <a:ext cx="152400" cy="11427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 rot="16200000">
              <a:off x="317262" y="2994811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8E2F23C9-5AE8-46F4-825C-6BB87CA5CAAB}"/>
                </a:ext>
              </a:extLst>
            </p:cNvPr>
            <p:cNvSpPr/>
            <p:nvPr/>
          </p:nvSpPr>
          <p:spPr>
            <a:xfrm rot="16200000">
              <a:off x="317260" y="1886904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7" name="Verbinder: gewinkelt 173">
            <a:extLst>
              <a:ext uri="{FF2B5EF4-FFF2-40B4-BE49-F238E27FC236}">
                <a16:creationId xmlns:a16="http://schemas.microsoft.com/office/drawing/2014/main" id="{1AD93351-6188-4D5F-A8AA-2929EF8A18E2}"/>
              </a:ext>
            </a:extLst>
          </p:cNvPr>
          <p:cNvCxnSpPr>
            <a:cxnSpLocks/>
            <a:stCxn id="85" idx="3"/>
            <a:endCxn id="20" idx="0"/>
          </p:cNvCxnSpPr>
          <p:nvPr/>
        </p:nvCxnSpPr>
        <p:spPr>
          <a:xfrm flipV="1">
            <a:off x="2066630" y="542267"/>
            <a:ext cx="1332949" cy="3404728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Verbinder: gewinkelt 173">
            <a:extLst>
              <a:ext uri="{FF2B5EF4-FFF2-40B4-BE49-F238E27FC236}">
                <a16:creationId xmlns:a16="http://schemas.microsoft.com/office/drawing/2014/main" id="{B9CD901C-3BF3-4F44-845E-35B99CBF4D2E}"/>
              </a:ext>
            </a:extLst>
          </p:cNvPr>
          <p:cNvCxnSpPr>
            <a:cxnSpLocks/>
            <a:stCxn id="84" idx="3"/>
            <a:endCxn id="21" idx="0"/>
          </p:cNvCxnSpPr>
          <p:nvPr/>
        </p:nvCxnSpPr>
        <p:spPr>
          <a:xfrm flipV="1">
            <a:off x="2066630" y="542267"/>
            <a:ext cx="1115065" cy="3136410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Verbinder: gewinkelt 173">
            <a:extLst>
              <a:ext uri="{FF2B5EF4-FFF2-40B4-BE49-F238E27FC236}">
                <a16:creationId xmlns:a16="http://schemas.microsoft.com/office/drawing/2014/main" id="{9AF66F44-99B1-4FF1-826C-AC26BD729C1F}"/>
              </a:ext>
            </a:extLst>
          </p:cNvPr>
          <p:cNvCxnSpPr>
            <a:cxnSpLocks/>
            <a:stCxn id="83" idx="3"/>
            <a:endCxn id="22" idx="0"/>
          </p:cNvCxnSpPr>
          <p:nvPr/>
        </p:nvCxnSpPr>
        <p:spPr>
          <a:xfrm flipV="1">
            <a:off x="2066630" y="542267"/>
            <a:ext cx="897179" cy="286809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Verbinder: gewinkelt 173">
            <a:extLst>
              <a:ext uri="{FF2B5EF4-FFF2-40B4-BE49-F238E27FC236}">
                <a16:creationId xmlns:a16="http://schemas.microsoft.com/office/drawing/2014/main" id="{2BD170F4-8B79-4251-8DEC-AD0661B43017}"/>
              </a:ext>
            </a:extLst>
          </p:cNvPr>
          <p:cNvCxnSpPr>
            <a:cxnSpLocks/>
            <a:stCxn id="82" idx="3"/>
            <a:endCxn id="153" idx="0"/>
          </p:cNvCxnSpPr>
          <p:nvPr/>
        </p:nvCxnSpPr>
        <p:spPr>
          <a:xfrm flipV="1">
            <a:off x="2066630" y="542269"/>
            <a:ext cx="660810" cy="259977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B6420C55-7879-49EB-8D97-A9F880AD48FE}"/>
              </a:ext>
            </a:extLst>
          </p:cNvPr>
          <p:cNvCxnSpPr>
            <a:cxnSpLocks/>
            <a:stCxn id="276" idx="1"/>
            <a:endCxn id="23" idx="0"/>
          </p:cNvCxnSpPr>
          <p:nvPr/>
        </p:nvCxnSpPr>
        <p:spPr>
          <a:xfrm rot="10800000">
            <a:off x="3835348" y="542268"/>
            <a:ext cx="2972009" cy="34380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Verbinder: gewinkelt 56">
            <a:extLst>
              <a:ext uri="{FF2B5EF4-FFF2-40B4-BE49-F238E27FC236}">
                <a16:creationId xmlns:a16="http://schemas.microsoft.com/office/drawing/2014/main" id="{C0E50E94-9D2C-434C-BBB4-11A7413A2731}"/>
              </a:ext>
            </a:extLst>
          </p:cNvPr>
          <p:cNvCxnSpPr>
            <a:cxnSpLocks/>
            <a:stCxn id="276" idx="0"/>
            <a:endCxn id="152" idx="6"/>
          </p:cNvCxnSpPr>
          <p:nvPr/>
        </p:nvCxnSpPr>
        <p:spPr>
          <a:xfrm rot="16200000" flipV="1">
            <a:off x="6422499" y="367884"/>
            <a:ext cx="357862" cy="564252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7381F71-A56B-47C7-9F00-8A77A44DE331}"/>
              </a:ext>
            </a:extLst>
          </p:cNvPr>
          <p:cNvCxnSpPr>
            <a:cxnSpLocks/>
            <a:stCxn id="152" idx="2"/>
            <a:endCxn id="15" idx="1"/>
          </p:cNvCxnSpPr>
          <p:nvPr/>
        </p:nvCxnSpPr>
        <p:spPr>
          <a:xfrm flipH="1">
            <a:off x="4970329" y="471079"/>
            <a:ext cx="955681" cy="134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979FA84-FFE7-4385-9757-25D6EF3049E7}"/>
              </a:ext>
            </a:extLst>
          </p:cNvPr>
          <p:cNvCxnSpPr>
            <a:cxnSpLocks/>
            <a:stCxn id="11" idx="0"/>
            <a:endCxn id="90" idx="3"/>
          </p:cNvCxnSpPr>
          <p:nvPr/>
        </p:nvCxnSpPr>
        <p:spPr>
          <a:xfrm rot="5400000">
            <a:off x="991928" y="1604265"/>
            <a:ext cx="4759020" cy="260961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Gerader Verbinder 123">
            <a:extLst>
              <a:ext uri="{FF2B5EF4-FFF2-40B4-BE49-F238E27FC236}">
                <a16:creationId xmlns:a16="http://schemas.microsoft.com/office/drawing/2014/main" id="{121D3F67-633D-454E-9C0A-DA7175A17A90}"/>
              </a:ext>
            </a:extLst>
          </p:cNvPr>
          <p:cNvCxnSpPr>
            <a:cxnSpLocks/>
            <a:stCxn id="12" idx="0"/>
            <a:endCxn id="87" idx="3"/>
          </p:cNvCxnSpPr>
          <p:nvPr/>
        </p:nvCxnSpPr>
        <p:spPr>
          <a:xfrm rot="5400000">
            <a:off x="1285462" y="1310731"/>
            <a:ext cx="3954068" cy="2391731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Rechteck 247">
            <a:extLst>
              <a:ext uri="{FF2B5EF4-FFF2-40B4-BE49-F238E27FC236}">
                <a16:creationId xmlns:a16="http://schemas.microsoft.com/office/drawing/2014/main" id="{D0B22EC6-7D51-4BF8-8437-9C5B24CFC89F}"/>
              </a:ext>
            </a:extLst>
          </p:cNvPr>
          <p:cNvSpPr/>
          <p:nvPr/>
        </p:nvSpPr>
        <p:spPr>
          <a:xfrm>
            <a:off x="7546095" y="3173079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0" name="Verbinder: gewinkelt 249">
            <a:extLst>
              <a:ext uri="{FF2B5EF4-FFF2-40B4-BE49-F238E27FC236}">
                <a16:creationId xmlns:a16="http://schemas.microsoft.com/office/drawing/2014/main" id="{F5476798-D0E9-425F-8A47-7C4CE4550D5B}"/>
              </a:ext>
            </a:extLst>
          </p:cNvPr>
          <p:cNvCxnSpPr>
            <a:cxnSpLocks/>
            <a:stCxn id="248" idx="2"/>
            <a:endCxn id="32" idx="1"/>
          </p:cNvCxnSpPr>
          <p:nvPr/>
        </p:nvCxnSpPr>
        <p:spPr>
          <a:xfrm rot="16200000" flipH="1">
            <a:off x="7928585" y="2981059"/>
            <a:ext cx="926305" cy="1538884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Verbinder: gewinkelt 257">
            <a:extLst>
              <a:ext uri="{FF2B5EF4-FFF2-40B4-BE49-F238E27FC236}">
                <a16:creationId xmlns:a16="http://schemas.microsoft.com/office/drawing/2014/main" id="{EF9C80FD-8E15-4CD0-9EF9-C5A88A5A2427}"/>
              </a:ext>
            </a:extLst>
          </p:cNvPr>
          <p:cNvCxnSpPr>
            <a:cxnSpLocks/>
            <a:stCxn id="128" idx="2"/>
            <a:endCxn id="34" idx="1"/>
          </p:cNvCxnSpPr>
          <p:nvPr/>
        </p:nvCxnSpPr>
        <p:spPr>
          <a:xfrm rot="5400000">
            <a:off x="9462372" y="1913283"/>
            <a:ext cx="1663898" cy="2936844"/>
          </a:xfrm>
          <a:prstGeom prst="bentConnector3">
            <a:avLst>
              <a:gd name="adj1" fmla="val 4313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Rechteck 275">
            <a:extLst>
              <a:ext uri="{FF2B5EF4-FFF2-40B4-BE49-F238E27FC236}">
                <a16:creationId xmlns:a16="http://schemas.microsoft.com/office/drawing/2014/main" id="{68C392CD-11F3-4E2A-A056-CEE07CF30567}"/>
              </a:ext>
            </a:extLst>
          </p:cNvPr>
          <p:cNvSpPr/>
          <p:nvPr/>
        </p:nvSpPr>
        <p:spPr>
          <a:xfrm>
            <a:off x="6807356" y="828941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ABD8F175-CC51-48E9-AF32-8E722B754E11}"/>
              </a:ext>
            </a:extLst>
          </p:cNvPr>
          <p:cNvCxnSpPr>
            <a:stCxn id="276" idx="2"/>
            <a:endCxn id="60" idx="0"/>
          </p:cNvCxnSpPr>
          <p:nvPr/>
        </p:nvCxnSpPr>
        <p:spPr>
          <a:xfrm>
            <a:off x="6883556" y="943211"/>
            <a:ext cx="13917" cy="505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Gerader Verbinder 273">
            <a:extLst>
              <a:ext uri="{FF2B5EF4-FFF2-40B4-BE49-F238E27FC236}">
                <a16:creationId xmlns:a16="http://schemas.microsoft.com/office/drawing/2014/main" id="{2960DDDD-166A-4AD5-BAF8-C6AA66373D98}"/>
              </a:ext>
            </a:extLst>
          </p:cNvPr>
          <p:cNvCxnSpPr>
            <a:stCxn id="276" idx="3"/>
            <a:endCxn id="165" idx="1"/>
          </p:cNvCxnSpPr>
          <p:nvPr/>
        </p:nvCxnSpPr>
        <p:spPr>
          <a:xfrm flipV="1">
            <a:off x="6959756" y="876275"/>
            <a:ext cx="4946494" cy="98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557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034640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135160"/>
            <a:ext cx="7757726" cy="43266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217003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480143" y="855592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143265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926579" y="2857351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927613" y="2696252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4274144" y="368250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26649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47528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1078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2874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176080" y="3841577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95765" y="2581171"/>
            <a:ext cx="1377119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2327" y="253999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90749" y="288124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3578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>
            <a:off x="891111" y="2879487"/>
            <a:ext cx="1508105" cy="7144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  <a:stCxn id="246" idx="2"/>
            <a:endCxn id="210" idx="1"/>
          </p:cNvCxnSpPr>
          <p:nvPr/>
        </p:nvCxnSpPr>
        <p:spPr>
          <a:xfrm flipV="1">
            <a:off x="2534787" y="2984309"/>
            <a:ext cx="239179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  <a:stCxn id="246" idx="3"/>
            <a:endCxn id="173" idx="2"/>
          </p:cNvCxnSpPr>
          <p:nvPr/>
        </p:nvCxnSpPr>
        <p:spPr>
          <a:xfrm flipV="1">
            <a:off x="2670358" y="2438454"/>
            <a:ext cx="528417" cy="44817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6417057" y="3109225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3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15446" y="265113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D13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6191099" y="3576771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cxnSpLocks/>
            <a:stCxn id="482" idx="1"/>
            <a:endCxn id="118" idx="3"/>
          </p:cNvCxnSpPr>
          <p:nvPr/>
        </p:nvCxnSpPr>
        <p:spPr>
          <a:xfrm rot="16200000" flipV="1">
            <a:off x="6038448" y="3371289"/>
            <a:ext cx="442843" cy="693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0"/>
            <a:endCxn id="444" idx="2"/>
          </p:cNvCxnSpPr>
          <p:nvPr/>
        </p:nvCxnSpPr>
        <p:spPr>
          <a:xfrm flipV="1">
            <a:off x="6544276" y="3270808"/>
            <a:ext cx="220" cy="30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273980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870612"/>
            <a:ext cx="19320" cy="113659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07134" y="5095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831689" y="453817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9" idx="2"/>
            <a:endCxn id="123" idx="1"/>
          </p:cNvCxnSpPr>
          <p:nvPr/>
        </p:nvCxnSpPr>
        <p:spPr>
          <a:xfrm rot="16200000" flipH="1">
            <a:off x="7576201" y="4724051"/>
            <a:ext cx="639211" cy="2592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1"/>
          </p:cNvCxnSpPr>
          <p:nvPr/>
        </p:nvCxnSpPr>
        <p:spPr>
          <a:xfrm>
            <a:off x="8501352" y="5173257"/>
            <a:ext cx="205782" cy="319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206942" y="4075980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018183" y="2686328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688849" y="2659503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7625414" y="3909388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18" idx="2"/>
          </p:cNvCxnSpPr>
          <p:nvPr/>
        </p:nvCxnSpPr>
        <p:spPr>
          <a:xfrm rot="10800000">
            <a:off x="6114590" y="3265331"/>
            <a:ext cx="1910817" cy="19079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063489" y="2953084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7"/>
            <a:endCxn id="101" idx="1"/>
          </p:cNvCxnSpPr>
          <p:nvPr/>
        </p:nvCxnSpPr>
        <p:spPr>
          <a:xfrm rot="5400000" flipH="1" flipV="1">
            <a:off x="7487037" y="2801885"/>
            <a:ext cx="263401" cy="1402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1"/>
            <a:endCxn id="100" idx="2"/>
          </p:cNvCxnSpPr>
          <p:nvPr/>
        </p:nvCxnSpPr>
        <p:spPr>
          <a:xfrm flipV="1">
            <a:off x="7146725" y="2847911"/>
            <a:ext cx="1301" cy="15578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2"/>
            <a:endCxn id="21" idx="0"/>
          </p:cNvCxnSpPr>
          <p:nvPr/>
        </p:nvCxnSpPr>
        <p:spPr>
          <a:xfrm>
            <a:off x="7761786" y="2821086"/>
            <a:ext cx="4420" cy="108830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FD47417-7CEC-4680-AE3C-0834DE5D35FC}"/>
              </a:ext>
            </a:extLst>
          </p:cNvPr>
          <p:cNvSpPr txBox="1"/>
          <p:nvPr/>
        </p:nvSpPr>
        <p:spPr>
          <a:xfrm>
            <a:off x="6003982" y="3103748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cxnSp>
        <p:nvCxnSpPr>
          <p:cNvPr id="148" name="Gerader Verbinder 434">
            <a:extLst>
              <a:ext uri="{FF2B5EF4-FFF2-40B4-BE49-F238E27FC236}">
                <a16:creationId xmlns:a16="http://schemas.microsoft.com/office/drawing/2014/main" id="{6CDB6982-7021-4C66-A0FD-09BF1D95CCF0}"/>
              </a:ext>
            </a:extLst>
          </p:cNvPr>
          <p:cNvCxnSpPr>
            <a:cxnSpLocks/>
            <a:stCxn id="211" idx="1"/>
            <a:endCxn id="178" idx="2"/>
          </p:cNvCxnSpPr>
          <p:nvPr/>
        </p:nvCxnSpPr>
        <p:spPr>
          <a:xfrm rot="10800000">
            <a:off x="4267331" y="1877096"/>
            <a:ext cx="660282" cy="946114"/>
          </a:xfrm>
          <a:prstGeom prst="bentConnector4">
            <a:avLst>
              <a:gd name="adj1" fmla="val 13607"/>
              <a:gd name="adj2" fmla="val 112564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B089DDC-0492-47C5-9508-4EC0D471911C}"/>
              </a:ext>
            </a:extLst>
          </p:cNvPr>
          <p:cNvSpPr txBox="1"/>
          <p:nvPr/>
        </p:nvSpPr>
        <p:spPr>
          <a:xfrm>
            <a:off x="8161325" y="1945819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sp>
        <p:nvSpPr>
          <p:cNvPr id="161" name="Ellipse 160">
            <a:extLst>
              <a:ext uri="{FF2B5EF4-FFF2-40B4-BE49-F238E27FC236}">
                <a16:creationId xmlns:a16="http://schemas.microsoft.com/office/drawing/2014/main" id="{8E5F9123-14B2-402E-BCF6-196A20AEF194}"/>
              </a:ext>
            </a:extLst>
          </p:cNvPr>
          <p:cNvSpPr/>
          <p:nvPr/>
        </p:nvSpPr>
        <p:spPr>
          <a:xfrm>
            <a:off x="4988034" y="1248439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78CB435E-3755-45AA-B441-BD1E30799FD8}"/>
              </a:ext>
            </a:extLst>
          </p:cNvPr>
          <p:cNvCxnSpPr>
            <a:cxnSpLocks/>
            <a:stCxn id="161" idx="6"/>
            <a:endCxn id="155" idx="0"/>
          </p:cNvCxnSpPr>
          <p:nvPr/>
        </p:nvCxnSpPr>
        <p:spPr>
          <a:xfrm>
            <a:off x="5332465" y="1373971"/>
            <a:ext cx="2905003" cy="57184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feld 165">
            <a:extLst>
              <a:ext uri="{FF2B5EF4-FFF2-40B4-BE49-F238E27FC236}">
                <a16:creationId xmlns:a16="http://schemas.microsoft.com/office/drawing/2014/main" id="{345345D7-B666-408D-9DE6-AAD9B3255A42}"/>
              </a:ext>
            </a:extLst>
          </p:cNvPr>
          <p:cNvSpPr txBox="1"/>
          <p:nvPr/>
        </p:nvSpPr>
        <p:spPr>
          <a:xfrm>
            <a:off x="2629968" y="1223896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grpSp>
        <p:nvGrpSpPr>
          <p:cNvPr id="456" name="Gruppieren 455">
            <a:extLst>
              <a:ext uri="{FF2B5EF4-FFF2-40B4-BE49-F238E27FC236}">
                <a16:creationId xmlns:a16="http://schemas.microsoft.com/office/drawing/2014/main" id="{C868E9C1-6C53-4144-B218-40550726E94E}"/>
              </a:ext>
            </a:extLst>
          </p:cNvPr>
          <p:cNvGrpSpPr/>
          <p:nvPr/>
        </p:nvGrpSpPr>
        <p:grpSpPr>
          <a:xfrm>
            <a:off x="2890034" y="2015624"/>
            <a:ext cx="605857" cy="422830"/>
            <a:chOff x="3202218" y="2186485"/>
            <a:chExt cx="605857" cy="422830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E8BB028E-4A04-451C-93D5-6D93BC53BB3B}"/>
                </a:ext>
              </a:extLst>
            </p:cNvPr>
            <p:cNvSpPr/>
            <p:nvPr/>
          </p:nvSpPr>
          <p:spPr>
            <a:xfrm>
              <a:off x="3202218" y="2186485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426C8F68-5A0B-4886-B598-78E991F12C48}"/>
                </a:ext>
              </a:extLst>
            </p:cNvPr>
            <p:cNvSpPr txBox="1"/>
            <p:nvPr/>
          </p:nvSpPr>
          <p:spPr>
            <a:xfrm>
              <a:off x="3248086" y="2447732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C2450792-EDFC-43DC-A2FC-FCC006B04440}"/>
                </a:ext>
              </a:extLst>
            </p:cNvPr>
            <p:cNvSpPr txBox="1"/>
            <p:nvPr/>
          </p:nvSpPr>
          <p:spPr>
            <a:xfrm>
              <a:off x="3469281" y="2447732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0260134-0A85-4A06-ADD7-50FEC9D3F2DF}"/>
                </a:ext>
              </a:extLst>
            </p:cNvPr>
            <p:cNvSpPr txBox="1"/>
            <p:nvPr/>
          </p:nvSpPr>
          <p:spPr>
            <a:xfrm>
              <a:off x="3688871" y="2447732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grpSp>
        <p:nvGrpSpPr>
          <p:cNvPr id="457" name="Gruppieren 456">
            <a:extLst>
              <a:ext uri="{FF2B5EF4-FFF2-40B4-BE49-F238E27FC236}">
                <a16:creationId xmlns:a16="http://schemas.microsoft.com/office/drawing/2014/main" id="{F858CAF9-1465-40DC-8CF1-1C3CBA871CD3}"/>
              </a:ext>
            </a:extLst>
          </p:cNvPr>
          <p:cNvGrpSpPr/>
          <p:nvPr/>
        </p:nvGrpSpPr>
        <p:grpSpPr>
          <a:xfrm rot="10800000">
            <a:off x="3991903" y="1877096"/>
            <a:ext cx="605857" cy="447964"/>
            <a:chOff x="3984236" y="2186484"/>
            <a:chExt cx="605857" cy="447964"/>
          </a:xfrm>
        </p:grpSpPr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84A976D-8F1C-40E9-A57C-457B86273913}"/>
                </a:ext>
              </a:extLst>
            </p:cNvPr>
            <p:cNvSpPr/>
            <p:nvPr/>
          </p:nvSpPr>
          <p:spPr>
            <a:xfrm>
              <a:off x="3984236" y="2186484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1EEC4367-9B8A-4594-8660-E936672CF0DB}"/>
                </a:ext>
              </a:extLst>
            </p:cNvPr>
            <p:cNvSpPr txBox="1"/>
            <p:nvPr/>
          </p:nvSpPr>
          <p:spPr>
            <a:xfrm>
              <a:off x="4051792" y="2472865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2A9B4F2-9429-4F3A-991E-AB70A9F72E40}"/>
                </a:ext>
              </a:extLst>
            </p:cNvPr>
            <p:cNvSpPr txBox="1"/>
            <p:nvPr/>
          </p:nvSpPr>
          <p:spPr>
            <a:xfrm>
              <a:off x="4272987" y="2472865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7AEA615A-4963-426D-885C-EAF2A88373CE}"/>
                </a:ext>
              </a:extLst>
            </p:cNvPr>
            <p:cNvSpPr txBox="1"/>
            <p:nvPr/>
          </p:nvSpPr>
          <p:spPr>
            <a:xfrm>
              <a:off x="4492577" y="2472865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5B5E7380-3128-4176-9910-4A3622569588}"/>
              </a:ext>
            </a:extLst>
          </p:cNvPr>
          <p:cNvCxnSpPr>
            <a:cxnSpLocks/>
            <a:stCxn id="176" idx="2"/>
            <a:endCxn id="69" idx="6"/>
          </p:cNvCxnSpPr>
          <p:nvPr/>
        </p:nvCxnSpPr>
        <p:spPr>
          <a:xfrm rot="16200000" flipV="1">
            <a:off x="3883170" y="1272541"/>
            <a:ext cx="380879" cy="82823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1DDF6A31-153A-4684-B85B-0BA9318A9B7B}"/>
              </a:ext>
            </a:extLst>
          </p:cNvPr>
          <p:cNvCxnSpPr>
            <a:cxnSpLocks/>
            <a:stCxn id="161" idx="2"/>
            <a:endCxn id="69" idx="0"/>
          </p:cNvCxnSpPr>
          <p:nvPr/>
        </p:nvCxnSpPr>
        <p:spPr>
          <a:xfrm rot="10800000" flipV="1">
            <a:off x="3623494" y="1373971"/>
            <a:ext cx="1364541" cy="8624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Ellipse 184">
            <a:extLst>
              <a:ext uri="{FF2B5EF4-FFF2-40B4-BE49-F238E27FC236}">
                <a16:creationId xmlns:a16="http://schemas.microsoft.com/office/drawing/2014/main" id="{966E2781-2962-4404-B5C2-15F515B8F5FE}"/>
              </a:ext>
            </a:extLst>
          </p:cNvPr>
          <p:cNvSpPr/>
          <p:nvPr/>
        </p:nvSpPr>
        <p:spPr>
          <a:xfrm>
            <a:off x="3028909" y="1374590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10k</a:t>
            </a:r>
          </a:p>
        </p:txBody>
      </p:sp>
      <p:cxnSp>
        <p:nvCxnSpPr>
          <p:cNvPr id="186" name="Gerader Verbinder 431">
            <a:extLst>
              <a:ext uri="{FF2B5EF4-FFF2-40B4-BE49-F238E27FC236}">
                <a16:creationId xmlns:a16="http://schemas.microsoft.com/office/drawing/2014/main" id="{8F7B94CA-B0DE-4F71-A54C-9483A5FFFE31}"/>
              </a:ext>
            </a:extLst>
          </p:cNvPr>
          <p:cNvCxnSpPr>
            <a:cxnSpLocks/>
            <a:stCxn id="185" idx="2"/>
            <a:endCxn id="166" idx="2"/>
          </p:cNvCxnSpPr>
          <p:nvPr/>
        </p:nvCxnSpPr>
        <p:spPr>
          <a:xfrm rot="10800000">
            <a:off x="2759811" y="1385480"/>
            <a:ext cx="269098" cy="114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B6D39CE3-FAC7-4B2A-8625-AF8E26A743B3}"/>
              </a:ext>
            </a:extLst>
          </p:cNvPr>
          <p:cNvCxnSpPr>
            <a:cxnSpLocks/>
            <a:stCxn id="168" idx="2"/>
            <a:endCxn id="69" idx="4"/>
          </p:cNvCxnSpPr>
          <p:nvPr/>
        </p:nvCxnSpPr>
        <p:spPr>
          <a:xfrm rot="5400000" flipH="1" flipV="1">
            <a:off x="2847818" y="1662780"/>
            <a:ext cx="906237" cy="645111"/>
          </a:xfrm>
          <a:prstGeom prst="bentConnector3">
            <a:avLst>
              <a:gd name="adj1" fmla="val -2522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431">
            <a:extLst>
              <a:ext uri="{FF2B5EF4-FFF2-40B4-BE49-F238E27FC236}">
                <a16:creationId xmlns:a16="http://schemas.microsoft.com/office/drawing/2014/main" id="{D2CCCB28-6CD5-46B7-B5F4-04CB42EEC64A}"/>
              </a:ext>
            </a:extLst>
          </p:cNvPr>
          <p:cNvCxnSpPr>
            <a:cxnSpLocks/>
            <a:stCxn id="175" idx="3"/>
            <a:endCxn id="251" idx="4"/>
          </p:cNvCxnSpPr>
          <p:nvPr/>
        </p:nvCxnSpPr>
        <p:spPr>
          <a:xfrm flipV="1">
            <a:off x="3439205" y="1995937"/>
            <a:ext cx="304872" cy="3617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B5D2AC3F-7CD9-42E5-A886-F22CA1D81B97}"/>
              </a:ext>
            </a:extLst>
          </p:cNvPr>
          <p:cNvSpPr/>
          <p:nvPr/>
        </p:nvSpPr>
        <p:spPr>
          <a:xfrm>
            <a:off x="3587493" y="14602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8" name="Gerader Verbinder 431">
            <a:extLst>
              <a:ext uri="{FF2B5EF4-FFF2-40B4-BE49-F238E27FC236}">
                <a16:creationId xmlns:a16="http://schemas.microsoft.com/office/drawing/2014/main" id="{88ECF133-529A-4569-96DA-C1B781F1CFB1}"/>
              </a:ext>
            </a:extLst>
          </p:cNvPr>
          <p:cNvCxnSpPr>
            <a:cxnSpLocks/>
            <a:stCxn id="185" idx="6"/>
            <a:endCxn id="69" idx="2"/>
          </p:cNvCxnSpPr>
          <p:nvPr/>
        </p:nvCxnSpPr>
        <p:spPr>
          <a:xfrm flipV="1">
            <a:off x="3373340" y="1496217"/>
            <a:ext cx="214153" cy="3905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Ellipse 246">
            <a:extLst>
              <a:ext uri="{FF2B5EF4-FFF2-40B4-BE49-F238E27FC236}">
                <a16:creationId xmlns:a16="http://schemas.microsoft.com/office/drawing/2014/main" id="{F098AA25-782F-41E4-AD26-AAFE16B6CBB1}"/>
              </a:ext>
            </a:extLst>
          </p:cNvPr>
          <p:cNvSpPr/>
          <p:nvPr/>
        </p:nvSpPr>
        <p:spPr>
          <a:xfrm>
            <a:off x="2997424" y="1698483"/>
            <a:ext cx="385320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100k</a:t>
            </a:r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2BE6A0CF-87A5-4E68-B9D2-2020879B7FE0}"/>
              </a:ext>
            </a:extLst>
          </p:cNvPr>
          <p:cNvSpPr/>
          <p:nvPr/>
        </p:nvSpPr>
        <p:spPr>
          <a:xfrm>
            <a:off x="3708077" y="192393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4" name="Gerader Verbinder 431">
            <a:extLst>
              <a:ext uri="{FF2B5EF4-FFF2-40B4-BE49-F238E27FC236}">
                <a16:creationId xmlns:a16="http://schemas.microsoft.com/office/drawing/2014/main" id="{B99F985D-D8B6-4BAA-BCBF-572239B5B2D4}"/>
              </a:ext>
            </a:extLst>
          </p:cNvPr>
          <p:cNvCxnSpPr>
            <a:cxnSpLocks/>
            <a:stCxn id="251" idx="0"/>
            <a:endCxn id="247" idx="6"/>
          </p:cNvCxnSpPr>
          <p:nvPr/>
        </p:nvCxnSpPr>
        <p:spPr>
          <a:xfrm rot="16200000" flipV="1">
            <a:off x="3513450" y="1693309"/>
            <a:ext cx="99922" cy="36133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Gerader Verbinder 431">
            <a:extLst>
              <a:ext uri="{FF2B5EF4-FFF2-40B4-BE49-F238E27FC236}">
                <a16:creationId xmlns:a16="http://schemas.microsoft.com/office/drawing/2014/main" id="{2F687355-5A09-41F1-BA57-3EDB03EC2C3D}"/>
              </a:ext>
            </a:extLst>
          </p:cNvPr>
          <p:cNvCxnSpPr>
            <a:cxnSpLocks/>
            <a:stCxn id="179" idx="3"/>
            <a:endCxn id="251" idx="6"/>
          </p:cNvCxnSpPr>
          <p:nvPr/>
        </p:nvCxnSpPr>
        <p:spPr>
          <a:xfrm flipH="1">
            <a:off x="3780077" y="1957887"/>
            <a:ext cx="246824" cy="205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431">
            <a:extLst>
              <a:ext uri="{FF2B5EF4-FFF2-40B4-BE49-F238E27FC236}">
                <a16:creationId xmlns:a16="http://schemas.microsoft.com/office/drawing/2014/main" id="{9FDD763F-E700-4A72-86C4-B75F66D1CB87}"/>
              </a:ext>
            </a:extLst>
          </p:cNvPr>
          <p:cNvCxnSpPr>
            <a:cxnSpLocks/>
            <a:stCxn id="247" idx="2"/>
            <a:endCxn id="166" idx="2"/>
          </p:cNvCxnSpPr>
          <p:nvPr/>
        </p:nvCxnSpPr>
        <p:spPr>
          <a:xfrm rot="10800000">
            <a:off x="2759812" y="1385479"/>
            <a:ext cx="237613" cy="4385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76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024" y="0"/>
            <a:ext cx="4159975" cy="247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0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4453</Words>
  <Application>Microsoft Office PowerPoint</Application>
  <PresentationFormat>Breitbild</PresentationFormat>
  <Paragraphs>1608</Paragraphs>
  <Slides>60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9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Core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Backlight Pin (BL)</vt:lpstr>
      <vt:lpstr>Datenleitungen schützen</vt:lpstr>
      <vt:lpstr>Datenleitungen schützen</vt:lpstr>
      <vt:lpstr>Numpad Module</vt:lpstr>
      <vt:lpstr>Numpad Module</vt:lpstr>
      <vt:lpstr>Lingo Bingo</vt:lpstr>
      <vt:lpstr>Lingo Bingo Gadget</vt:lpstr>
      <vt:lpstr>PowerPoint-Präsentation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Storybook Gadget</vt:lpstr>
      <vt:lpstr>PowerPoint-Präsentation</vt:lpstr>
      <vt:lpstr>SD Modul</vt:lpstr>
      <vt:lpstr>Pegel Wandler</vt:lpstr>
      <vt:lpstr>PowerPoint-Präsentation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  <vt:lpstr>Sound Module</vt:lpstr>
      <vt:lpstr>Sound Module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623</cp:revision>
  <cp:lastPrinted>2026-10-28T14:27:34Z</cp:lastPrinted>
  <dcterms:created xsi:type="dcterms:W3CDTF">2026-09-05T16:43:31Z</dcterms:created>
  <dcterms:modified xsi:type="dcterms:W3CDTF">2026-10-29T21:40:30Z</dcterms:modified>
</cp:coreProperties>
</file>