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313" r:id="rId24"/>
    <p:sldId id="296" r:id="rId25"/>
    <p:sldId id="291" r:id="rId26"/>
    <p:sldId id="290" r:id="rId27"/>
    <p:sldId id="292" r:id="rId28"/>
    <p:sldId id="274" r:id="rId29"/>
    <p:sldId id="293" r:id="rId30"/>
    <p:sldId id="312" r:id="rId31"/>
    <p:sldId id="272" r:id="rId32"/>
    <p:sldId id="271" r:id="rId33"/>
    <p:sldId id="275" r:id="rId34"/>
    <p:sldId id="299" r:id="rId35"/>
    <p:sldId id="300" r:id="rId36"/>
    <p:sldId id="303" r:id="rId37"/>
    <p:sldId id="304" r:id="rId38"/>
    <p:sldId id="305" r:id="rId39"/>
    <p:sldId id="306" r:id="rId40"/>
    <p:sldId id="310" r:id="rId41"/>
    <p:sldId id="311" r:id="rId42"/>
    <p:sldId id="294" r:id="rId43"/>
    <p:sldId id="301" r:id="rId44"/>
    <p:sldId id="302" r:id="rId45"/>
    <p:sldId id="265" r:id="rId46"/>
    <p:sldId id="266" r:id="rId47"/>
    <p:sldId id="257" r:id="rId48"/>
    <p:sldId id="258" r:id="rId49"/>
    <p:sldId id="309" r:id="rId50"/>
    <p:sldId id="270" r:id="rId51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30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12.10.2026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jpe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50115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17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29185" y="338997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476234" y="3028938"/>
            <a:ext cx="16003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Display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490463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486002" y="6297487"/>
            <a:ext cx="5347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4212867" y="579668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466474" y="5863148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763801" y="585609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554412" y="578895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4240770" y="6020488"/>
            <a:ext cx="2501158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17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FC5473C5-E7C2-45CB-BDC4-F8275B06DC11}"/>
              </a:ext>
            </a:extLst>
          </p:cNvPr>
          <p:cNvSpPr/>
          <p:nvPr/>
        </p:nvSpPr>
        <p:spPr>
          <a:xfrm>
            <a:off x="2501000" y="6366518"/>
            <a:ext cx="1626978" cy="3545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dk1"/>
                </a:solidFill>
              </a:rPr>
              <a:t>Rotary Encoder</a:t>
            </a:r>
          </a:p>
        </p:txBody>
      </p: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1AD8066C-63F4-4883-9F00-F3F383E5B68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96786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035BFD5-4BD4-44AA-9768-183B535786A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162641" y="5270237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E04A6130-106E-45F7-821C-C763CC236A5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10352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42E4ADBC-5791-40B2-9CE3-1B0B5553068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63868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Gerader Verbinder 150">
            <a:extLst>
              <a:ext uri="{FF2B5EF4-FFF2-40B4-BE49-F238E27FC236}">
                <a16:creationId xmlns:a16="http://schemas.microsoft.com/office/drawing/2014/main" id="{AA911488-D32F-4068-981D-5BAA647742C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376063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4880CDAE-89CD-40D5-A3FB-65F790992AC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582016" y="5270236"/>
            <a:ext cx="1404000" cy="792000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AFC933F-5306-4B82-B439-5DB7839D95B1}"/>
              </a:ext>
            </a:extLst>
          </p:cNvPr>
          <p:cNvSpPr txBox="1"/>
          <p:nvPr/>
        </p:nvSpPr>
        <p:spPr>
          <a:xfrm>
            <a:off x="4514099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1CADF1F7-C555-4CDF-987D-B5A6B8931284}"/>
              </a:ext>
            </a:extLst>
          </p:cNvPr>
          <p:cNvSpPr txBox="1"/>
          <p:nvPr/>
        </p:nvSpPr>
        <p:spPr>
          <a:xfrm>
            <a:off x="429174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27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0D6352A7-6DDF-4322-AF9D-B280AFAE10B7}"/>
              </a:ext>
            </a:extLst>
          </p:cNvPr>
          <p:cNvSpPr txBox="1"/>
          <p:nvPr/>
        </p:nvSpPr>
        <p:spPr>
          <a:xfrm>
            <a:off x="3551017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356FE094-94E3-470E-A435-BE24D4AE2358}"/>
              </a:ext>
            </a:extLst>
          </p:cNvPr>
          <p:cNvSpPr txBox="1"/>
          <p:nvPr/>
        </p:nvSpPr>
        <p:spPr>
          <a:xfrm>
            <a:off x="374705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33</a:t>
            </a:r>
          </a:p>
        </p:txBody>
      </p:sp>
      <p:sp>
        <p:nvSpPr>
          <p:cNvPr id="162" name="Textfeld 161">
            <a:extLst>
              <a:ext uri="{FF2B5EF4-FFF2-40B4-BE49-F238E27FC236}">
                <a16:creationId xmlns:a16="http://schemas.microsoft.com/office/drawing/2014/main" id="{A3ABBC5E-04EF-47BF-8560-8B603A5FEF00}"/>
              </a:ext>
            </a:extLst>
          </p:cNvPr>
          <p:cNvSpPr txBox="1"/>
          <p:nvPr/>
        </p:nvSpPr>
        <p:spPr>
          <a:xfrm>
            <a:off x="4094794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26</a:t>
            </a:r>
          </a:p>
        </p:txBody>
      </p:sp>
      <p:sp>
        <p:nvSpPr>
          <p:cNvPr id="164" name="Textfeld 163">
            <a:extLst>
              <a:ext uri="{FF2B5EF4-FFF2-40B4-BE49-F238E27FC236}">
                <a16:creationId xmlns:a16="http://schemas.microsoft.com/office/drawing/2014/main" id="{54BFA000-BDAC-42B0-B9B4-F3E67BE8A963}"/>
              </a:ext>
            </a:extLst>
          </p:cNvPr>
          <p:cNvSpPr txBox="1"/>
          <p:nvPr/>
        </p:nvSpPr>
        <p:spPr>
          <a:xfrm>
            <a:off x="3923673" y="49916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25</a:t>
            </a:r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3A9ADD29-A5ED-4ED6-BAD1-F90A8E5B372A}"/>
              </a:ext>
            </a:extLst>
          </p:cNvPr>
          <p:cNvSpPr txBox="1"/>
          <p:nvPr/>
        </p:nvSpPr>
        <p:spPr>
          <a:xfrm>
            <a:off x="3729657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sp>
        <p:nvSpPr>
          <p:cNvPr id="166" name="Textfeld 165">
            <a:extLst>
              <a:ext uri="{FF2B5EF4-FFF2-40B4-BE49-F238E27FC236}">
                <a16:creationId xmlns:a16="http://schemas.microsoft.com/office/drawing/2014/main" id="{72815D9D-132B-4F80-BDF6-B3EFF5B9B916}"/>
              </a:ext>
            </a:extLst>
          </p:cNvPr>
          <p:cNvSpPr txBox="1"/>
          <p:nvPr/>
        </p:nvSpPr>
        <p:spPr>
          <a:xfrm>
            <a:off x="352413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7" name="Textfeld 166">
            <a:extLst>
              <a:ext uri="{FF2B5EF4-FFF2-40B4-BE49-F238E27FC236}">
                <a16:creationId xmlns:a16="http://schemas.microsoft.com/office/drawing/2014/main" id="{AE9E8C7F-23E3-462E-B4CC-32F5010BCBFB}"/>
              </a:ext>
            </a:extLst>
          </p:cNvPr>
          <p:cNvSpPr txBox="1"/>
          <p:nvPr/>
        </p:nvSpPr>
        <p:spPr>
          <a:xfrm>
            <a:off x="2758561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	</a:t>
            </a:r>
          </a:p>
        </p:txBody>
      </p:sp>
      <p:sp>
        <p:nvSpPr>
          <p:cNvPr id="168" name="Textfeld 167">
            <a:extLst>
              <a:ext uri="{FF2B5EF4-FFF2-40B4-BE49-F238E27FC236}">
                <a16:creationId xmlns:a16="http://schemas.microsoft.com/office/drawing/2014/main" id="{2125647A-079C-4F6E-A566-30DCC5BFD7E5}"/>
              </a:ext>
            </a:extLst>
          </p:cNvPr>
          <p:cNvSpPr txBox="1"/>
          <p:nvPr/>
        </p:nvSpPr>
        <p:spPr>
          <a:xfrm>
            <a:off x="2979443" y="6210875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DT</a:t>
            </a:r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933363B9-5FED-4F21-8CA0-896DBBDD8E36}"/>
              </a:ext>
            </a:extLst>
          </p:cNvPr>
          <p:cNvSpPr txBox="1"/>
          <p:nvPr/>
        </p:nvSpPr>
        <p:spPr>
          <a:xfrm>
            <a:off x="3302338" y="6210875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70" name="Textfeld 169">
            <a:extLst>
              <a:ext uri="{FF2B5EF4-FFF2-40B4-BE49-F238E27FC236}">
                <a16:creationId xmlns:a16="http://schemas.microsoft.com/office/drawing/2014/main" id="{60EA6BE8-979A-4019-976F-11809C126A51}"/>
              </a:ext>
            </a:extLst>
          </p:cNvPr>
          <p:cNvSpPr txBox="1"/>
          <p:nvPr/>
        </p:nvSpPr>
        <p:spPr>
          <a:xfrm>
            <a:off x="3139231" y="6210875"/>
            <a:ext cx="18274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SW</a:t>
            </a:r>
          </a:p>
        </p:txBody>
      </p:sp>
      <p:graphicFrame>
        <p:nvGraphicFramePr>
          <p:cNvPr id="177" name="Tabelle 5">
            <a:extLst>
              <a:ext uri="{FF2B5EF4-FFF2-40B4-BE49-F238E27FC236}">
                <a16:creationId xmlns:a16="http://schemas.microsoft.com/office/drawing/2014/main" id="{8C767214-18CB-48E8-AE7C-B829310B7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35786"/>
              </p:ext>
            </p:extLst>
          </p:nvPr>
        </p:nvGraphicFramePr>
        <p:xfrm>
          <a:off x="231323" y="123201"/>
          <a:ext cx="179795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SW-LEFT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DT-RIGHT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SW_RIGHT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38430"/>
              </p:ext>
            </p:extLst>
          </p:nvPr>
        </p:nvGraphicFramePr>
        <p:xfrm>
          <a:off x="1" y="76200"/>
          <a:ext cx="1219199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693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23432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34963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1162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4802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68494">
                  <a:extLst>
                    <a:ext uri="{9D8B030D-6E8A-4147-A177-3AD203B41FA5}">
                      <a16:colId xmlns:a16="http://schemas.microsoft.com/office/drawing/2014/main" val="2721987841"/>
                    </a:ext>
                  </a:extLst>
                </a:gridCol>
                <a:gridCol w="580644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816847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45226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Rotary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CLK-1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DT-1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SW-2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57F41C-B0B6-4592-AC98-425C1C43A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78" y="2693980"/>
            <a:ext cx="2819794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6CF85-4A33-4E7E-A82B-6CAE3A08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Rotary Encoder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6A4B80F-7EC7-4703-A3CE-E8FD0F481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3" y="3680312"/>
            <a:ext cx="5239481" cy="298174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A4DD7C9-8429-4E2E-B0EC-2932A5C20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34" y="627776"/>
            <a:ext cx="5239481" cy="298174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38A6E45-8D52-4C02-81E5-261C917C7ABB}"/>
              </a:ext>
            </a:extLst>
          </p:cNvPr>
          <p:cNvSpPr txBox="1"/>
          <p:nvPr/>
        </p:nvSpPr>
        <p:spPr>
          <a:xfrm>
            <a:off x="952500" y="2486025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LEFT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103CA9-4D15-4418-BCAE-0EEF059443C6}"/>
              </a:ext>
            </a:extLst>
          </p:cNvPr>
          <p:cNvSpPr txBox="1"/>
          <p:nvPr/>
        </p:nvSpPr>
        <p:spPr>
          <a:xfrm>
            <a:off x="952500" y="4713606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RIGHT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85DF4966-DA32-45FC-979B-C81B798B10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31445"/>
              </p:ext>
            </p:extLst>
          </p:nvPr>
        </p:nvGraphicFramePr>
        <p:xfrm>
          <a:off x="7611511" y="507111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B77619A4-4293-48B5-AB79-25240D18B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468104"/>
              </p:ext>
            </p:extLst>
          </p:nvPr>
        </p:nvGraphicFramePr>
        <p:xfrm>
          <a:off x="7611511" y="3570543"/>
          <a:ext cx="1926246" cy="263777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GPIO 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3V3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439629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2848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9379477"/>
              </p:ext>
            </p:extLst>
          </p:nvPr>
        </p:nvGraphicFramePr>
        <p:xfrm>
          <a:off x="1558060" y="9525"/>
          <a:ext cx="5519015" cy="6848489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96015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136568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82947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703485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 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0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MISO (in case of touch pad)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26931480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55564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BL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</a:rPr>
                        <a:t>GPIO 17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 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411325651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Rotary Encoder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79381877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32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234149396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33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1944534126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LEFT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25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left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77505065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CLK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26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CLK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845090519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DT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27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DT at Rotary Encoder on rght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433610737"/>
                  </a:ext>
                </a:extLst>
              </a:tr>
              <a:tr h="212675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0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RIGHT SW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GPIO 14</a:t>
                      </a:r>
                    </a:p>
                  </a:txBody>
                  <a:tcPr marL="7002" marR="7002" marT="0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SW at Rotary Encoder on right side</a:t>
                      </a:r>
                    </a:p>
                  </a:txBody>
                  <a:tcPr marL="7002" marR="7002" marT="0" marB="0" anchor="ctr"/>
                </a:tc>
                <a:extLst>
                  <a:ext uri="{0D108BD9-81ED-4DB2-BD59-A6C34878D82A}">
                    <a16:rowId xmlns:a16="http://schemas.microsoft.com/office/drawing/2014/main" val="3020212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092684"/>
              </p:ext>
            </p:extLst>
          </p:nvPr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9935441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LED-1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04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50A08EE-0F26-4E98-976D-5E42C1CD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Settings</a:t>
            </a:r>
          </a:p>
        </p:txBody>
      </p:sp>
    </p:spTree>
    <p:extLst>
      <p:ext uri="{BB962C8B-B14F-4D97-AF65-F5344CB8AC3E}">
        <p14:creationId xmlns:p14="http://schemas.microsoft.com/office/powerpoint/2010/main" val="4611634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E96B4-6005-4A6A-AB47-9675B3D61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Portsettings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06224E5A-12C2-4F09-9F0F-F49A0CBD3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977906"/>
              </p:ext>
            </p:extLst>
          </p:nvPr>
        </p:nvGraphicFramePr>
        <p:xfrm>
          <a:off x="2032000" y="719666"/>
          <a:ext cx="812799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11598758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289487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9169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Module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817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Display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182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Sound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87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Dice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5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Storybook Gadget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COM 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884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Numpad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0x20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014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098044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D525682-08FD-4870-A401-EFAAF50B70E2}"/>
              </a:ext>
            </a:extLst>
          </p:cNvPr>
          <p:cNvSpPr txBox="1"/>
          <p:nvPr/>
        </p:nvSpPr>
        <p:spPr>
          <a:xfrm>
            <a:off x="1162050" y="4344085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Computer\HKEY_LOCAL_MACHINE\SYSTEM\CurrentControlSet\Control\usbflags</a:t>
            </a:r>
            <a:br>
              <a:rPr lang="de-DE"/>
            </a:br>
            <a:r>
              <a:rPr lang="de-DE"/>
              <a:t>	IgnoreHWSerNum : DWORD = 1</a:t>
            </a:r>
          </a:p>
        </p:txBody>
      </p:sp>
    </p:spTree>
    <p:extLst>
      <p:ext uri="{BB962C8B-B14F-4D97-AF65-F5344CB8AC3E}">
        <p14:creationId xmlns:p14="http://schemas.microsoft.com/office/powerpoint/2010/main" val="139780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E03989-CB40-455A-B40F-7FBACF9D2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PCF8574 Masterselect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77783-4EBD-45C2-BD65-E7A81A09C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01" y="743934"/>
            <a:ext cx="1952898" cy="547763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E93DEE1-EE17-4A6B-87D3-E6BC5E8604A8}"/>
              </a:ext>
            </a:extLst>
          </p:cNvPr>
          <p:cNvSpPr txBox="1"/>
          <p:nvPr/>
        </p:nvSpPr>
        <p:spPr>
          <a:xfrm>
            <a:off x="1023801" y="5929400"/>
            <a:ext cx="2105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Activity Bus Connect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E675DF0-61F5-4995-B574-D4179B127B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601" y="195947"/>
            <a:ext cx="3421217" cy="2090053"/>
          </a:xfrm>
          <a:prstGeom prst="rect">
            <a:avLst/>
          </a:prstGeom>
        </p:spPr>
      </p:pic>
      <p:graphicFrame>
        <p:nvGraphicFramePr>
          <p:cNvPr id="8" name="Tabelle 3">
            <a:extLst>
              <a:ext uri="{FF2B5EF4-FFF2-40B4-BE49-F238E27FC236}">
                <a16:creationId xmlns:a16="http://schemas.microsoft.com/office/drawing/2014/main" id="{E8FBCE3B-7BB8-40AE-9498-84522F8DEDD8}"/>
              </a:ext>
            </a:extLst>
          </p:cNvPr>
          <p:cNvGraphicFramePr>
            <a:graphicFrameLocks noGrp="1"/>
          </p:cNvGraphicFramePr>
          <p:nvPr/>
        </p:nvGraphicFramePr>
        <p:xfrm>
          <a:off x="2624092" y="2075554"/>
          <a:ext cx="4043409" cy="26002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3374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1204832">
                  <a:extLst>
                    <a:ext uri="{9D8B030D-6E8A-4147-A177-3AD203B41FA5}">
                      <a16:colId xmlns:a16="http://schemas.microsoft.com/office/drawing/2014/main" val="3171568005"/>
                    </a:ext>
                  </a:extLst>
                </a:gridCol>
              </a:tblGrid>
              <a:tr h="405712">
                <a:tc>
                  <a:txBody>
                    <a:bodyPr/>
                    <a:lstStyle/>
                    <a:p>
                      <a:r>
                        <a:rPr lang="de-DE" sz="12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/>
                        <a:t>Rotary 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200"/>
                        <a:t>Relais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CLK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000"/>
                        <a:t>DT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/>
                        <a:t>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7662353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000"/>
                        <a:t>IN4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7558436"/>
                  </a:ext>
                </a:extLst>
              </a:tr>
              <a:tr h="238654">
                <a:tc>
                  <a:txBody>
                    <a:bodyPr/>
                    <a:lstStyle/>
                    <a:p>
                      <a:r>
                        <a:rPr lang="de-DE" sz="100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de-DE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6243585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81E9CF4E-98B7-48F9-B717-738686436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327" y="2499825"/>
            <a:ext cx="4729162" cy="342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66BB9B4-FCAA-4AE0-BDE8-9CB5ACB8DE6E}"/>
              </a:ext>
            </a:extLst>
          </p:cNvPr>
          <p:cNvCxnSpPr>
            <a:cxnSpLocks/>
          </p:cNvCxnSpPr>
          <p:nvPr/>
        </p:nvCxnSpPr>
        <p:spPr>
          <a:xfrm flipV="1">
            <a:off x="85534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4EA4748-5D39-4AAE-99B7-C1B848D101D5}"/>
              </a:ext>
            </a:extLst>
          </p:cNvPr>
          <p:cNvCxnSpPr>
            <a:cxnSpLocks/>
          </p:cNvCxnSpPr>
          <p:nvPr/>
        </p:nvCxnSpPr>
        <p:spPr>
          <a:xfrm flipV="1">
            <a:off x="90170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1193FE8-0BBA-4F73-AE05-EB33936C414B}"/>
              </a:ext>
            </a:extLst>
          </p:cNvPr>
          <p:cNvCxnSpPr>
            <a:cxnSpLocks/>
          </p:cNvCxnSpPr>
          <p:nvPr/>
        </p:nvCxnSpPr>
        <p:spPr>
          <a:xfrm flipV="1">
            <a:off x="948055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2025D9F-E2F5-4A88-B858-3593362F732E}"/>
              </a:ext>
            </a:extLst>
          </p:cNvPr>
          <p:cNvCxnSpPr>
            <a:cxnSpLocks/>
          </p:cNvCxnSpPr>
          <p:nvPr/>
        </p:nvCxnSpPr>
        <p:spPr>
          <a:xfrm flipV="1">
            <a:off x="9944100" y="5965075"/>
            <a:ext cx="0" cy="297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36F5923-36B9-4BD7-BCAC-DDEF2F9B3917}"/>
              </a:ext>
            </a:extLst>
          </p:cNvPr>
          <p:cNvSpPr txBox="1"/>
          <p:nvPr/>
        </p:nvSpPr>
        <p:spPr>
          <a:xfrm>
            <a:off x="4400550" y="5295900"/>
            <a:ext cx="1790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 x Relay Module</a:t>
            </a:r>
            <a:br>
              <a:rPr lang="de-DE"/>
            </a:br>
            <a:r>
              <a:rPr lang="de-DE"/>
              <a:t>für VCC und SCL</a:t>
            </a:r>
          </a:p>
        </p:txBody>
      </p:sp>
    </p:spTree>
    <p:extLst>
      <p:ext uri="{BB962C8B-B14F-4D97-AF65-F5344CB8AC3E}">
        <p14:creationId xmlns:p14="http://schemas.microsoft.com/office/powerpoint/2010/main" val="19543875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3299</Words>
  <Application>Microsoft Office PowerPoint</Application>
  <PresentationFormat>Breitbild</PresentationFormat>
  <Paragraphs>1183</Paragraphs>
  <Slides>50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50</vt:i4>
      </vt:variant>
    </vt:vector>
  </HeadingPairs>
  <TitlesOfParts>
    <vt:vector size="59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PowerPoint-Präsentation</vt:lpstr>
      <vt:lpstr>PowerPoint-Präsentation</vt:lpstr>
      <vt:lpstr>SD Modul</vt:lpstr>
      <vt:lpstr>Pegel Wandler</vt:lpstr>
      <vt:lpstr>Rotary Encoder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PowerPoint-Präsentation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Settings</vt:lpstr>
      <vt:lpstr>Portsettings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PCF8574 Masterselect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453</cp:revision>
  <cp:lastPrinted>2026-10-01T17:34:18Z</cp:lastPrinted>
  <dcterms:created xsi:type="dcterms:W3CDTF">2026-09-05T16:43:31Z</dcterms:created>
  <dcterms:modified xsi:type="dcterms:W3CDTF">2026-10-13T08:09:32Z</dcterms:modified>
</cp:coreProperties>
</file>