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314" r:id="rId9"/>
    <p:sldId id="315" r:id="rId10"/>
    <p:sldId id="316" r:id="rId11"/>
    <p:sldId id="282" r:id="rId12"/>
    <p:sldId id="263" r:id="rId13"/>
    <p:sldId id="267" r:id="rId14"/>
    <p:sldId id="268" r:id="rId15"/>
    <p:sldId id="269" r:id="rId16"/>
    <p:sldId id="284" r:id="rId17"/>
    <p:sldId id="283" r:id="rId18"/>
    <p:sldId id="259" r:id="rId19"/>
    <p:sldId id="287" r:id="rId20"/>
    <p:sldId id="286" r:id="rId21"/>
    <p:sldId id="276" r:id="rId22"/>
    <p:sldId id="288" r:id="rId23"/>
    <p:sldId id="295" r:id="rId24"/>
    <p:sldId id="307" r:id="rId25"/>
    <p:sldId id="308" r:id="rId26"/>
    <p:sldId id="313" r:id="rId27"/>
    <p:sldId id="296" r:id="rId28"/>
    <p:sldId id="291" r:id="rId29"/>
    <p:sldId id="290" r:id="rId30"/>
    <p:sldId id="292" r:id="rId31"/>
    <p:sldId id="274" r:id="rId32"/>
    <p:sldId id="293" r:id="rId33"/>
    <p:sldId id="312" r:id="rId34"/>
    <p:sldId id="272" r:id="rId35"/>
    <p:sldId id="271" r:id="rId36"/>
    <p:sldId id="275" r:id="rId37"/>
    <p:sldId id="299" r:id="rId38"/>
    <p:sldId id="300" r:id="rId39"/>
    <p:sldId id="303" r:id="rId40"/>
    <p:sldId id="304" r:id="rId41"/>
    <p:sldId id="305" r:id="rId42"/>
    <p:sldId id="306" r:id="rId43"/>
    <p:sldId id="310" r:id="rId44"/>
    <p:sldId id="311" r:id="rId45"/>
    <p:sldId id="294" r:id="rId46"/>
    <p:sldId id="301" r:id="rId47"/>
    <p:sldId id="302" r:id="rId48"/>
    <p:sldId id="265" r:id="rId49"/>
    <p:sldId id="266" r:id="rId50"/>
    <p:sldId id="257" r:id="rId51"/>
    <p:sldId id="258" r:id="rId52"/>
    <p:sldId id="309" r:id="rId53"/>
    <p:sldId id="270" r:id="rId54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30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21.10.2026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4736858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Select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792489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695138" y="3114675"/>
            <a:ext cx="0" cy="46987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Data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9868723" y="1619246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9281141" y="1978149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Volume 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>
            <a:off x="9063568" y="1757746"/>
            <a:ext cx="8051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9063567" y="2099355"/>
            <a:ext cx="2175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992404" y="1421564"/>
            <a:ext cx="0" cy="1325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2F1E715-41B1-48A7-BC8C-13997D95F3BC}"/>
              </a:ext>
            </a:extLst>
          </p:cNvPr>
          <p:cNvSpPr/>
          <p:nvPr/>
        </p:nvSpPr>
        <p:spPr>
          <a:xfrm>
            <a:off x="691125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Display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A22DA3A-D23B-4718-BA86-219358165549}"/>
              </a:ext>
            </a:extLst>
          </p:cNvPr>
          <p:cNvSpPr txBox="1"/>
          <p:nvPr/>
        </p:nvSpPr>
        <p:spPr>
          <a:xfrm>
            <a:off x="9663090" y="2337052"/>
            <a:ext cx="8871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TFT Display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196C0611-0F44-462A-A4FA-9D22CA24F112}"/>
              </a:ext>
            </a:extLst>
          </p:cNvPr>
          <p:cNvCxnSpPr>
            <a:stCxn id="50" idx="1"/>
          </p:cNvCxnSpPr>
          <p:nvPr/>
        </p:nvCxnSpPr>
        <p:spPr>
          <a:xfrm flipH="1">
            <a:off x="9063576" y="2475552"/>
            <a:ext cx="5995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01F8A486-7160-4626-B2FF-5F81AB12686E}"/>
              </a:ext>
            </a:extLst>
          </p:cNvPr>
          <p:cNvSpPr txBox="1"/>
          <p:nvPr/>
        </p:nvSpPr>
        <p:spPr>
          <a:xfrm>
            <a:off x="9281141" y="2695954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Rotary Encoders</a:t>
            </a: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636546F3-6BBE-49F1-BA1E-B79FEF818563}"/>
              </a:ext>
            </a:extLst>
          </p:cNvPr>
          <p:cNvCxnSpPr>
            <a:cxnSpLocks/>
            <a:stCxn id="52" idx="1"/>
          </p:cNvCxnSpPr>
          <p:nvPr/>
        </p:nvCxnSpPr>
        <p:spPr>
          <a:xfrm flipH="1" flipV="1">
            <a:off x="9063567" y="2830957"/>
            <a:ext cx="217574" cy="3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6" y="1076069"/>
            <a:ext cx="6658971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A3F774B-0742-4F28-A8AB-46B1C7858749}"/>
              </a:ext>
            </a:extLst>
          </p:cNvPr>
          <p:cNvSpPr/>
          <p:nvPr/>
        </p:nvSpPr>
        <p:spPr>
          <a:xfrm>
            <a:off x="6345381" y="2302060"/>
            <a:ext cx="2473173" cy="18863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65262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44233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2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30" idx="1"/>
          </p:cNvCxnSpPr>
          <p:nvPr/>
        </p:nvCxnSpPr>
        <p:spPr>
          <a:xfrm flipV="1">
            <a:off x="2457596" y="1865626"/>
            <a:ext cx="4470256" cy="7192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9498315" y="140372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050"/>
              <a:t>2P4T</a:t>
            </a:r>
            <a:br>
              <a:rPr lang="de-DE" sz="1050"/>
            </a:br>
            <a:r>
              <a:rPr lang="de-DE" sz="1050"/>
              <a:t>Drehregler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010674" y="2877872"/>
            <a:ext cx="0" cy="479019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89645" y="285958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0"/>
          </p:cNvCxnSpPr>
          <p:nvPr/>
        </p:nvCxnSpPr>
        <p:spPr>
          <a:xfrm rot="16200000" flipH="1" flipV="1">
            <a:off x="8892046" y="664746"/>
            <a:ext cx="324494" cy="1802444"/>
          </a:xfrm>
          <a:prstGeom prst="bentConnector4">
            <a:avLst>
              <a:gd name="adj1" fmla="val -70448"/>
              <a:gd name="adj2" fmla="val 3478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2"/>
            <a:endCxn id="30" idx="3"/>
          </p:cNvCxnSpPr>
          <p:nvPr/>
        </p:nvCxnSpPr>
        <p:spPr>
          <a:xfrm flipH="1">
            <a:off x="8251699" y="1860921"/>
            <a:ext cx="1246616" cy="4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 rot="5400000" flipH="1">
            <a:off x="8915283" y="1277889"/>
            <a:ext cx="278020" cy="1802444"/>
          </a:xfrm>
          <a:prstGeom prst="bentConnector4">
            <a:avLst>
              <a:gd name="adj1" fmla="val -82224"/>
              <a:gd name="adj2" fmla="val 363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566193" y="4197578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5FDCD461-720C-47F5-9210-2FC3E7AA49A2}"/>
              </a:ext>
            </a:extLst>
          </p:cNvPr>
          <p:cNvSpPr/>
          <p:nvPr/>
        </p:nvSpPr>
        <p:spPr>
          <a:xfrm>
            <a:off x="6949031" y="2480292"/>
            <a:ext cx="128614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CD4066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Multiplexer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EEA479-874D-45D0-A4E5-7001D43B7B78}"/>
              </a:ext>
            </a:extLst>
          </p:cNvPr>
          <p:cNvSpPr txBox="1"/>
          <p:nvPr/>
        </p:nvSpPr>
        <p:spPr>
          <a:xfrm>
            <a:off x="5914795" y="4705409"/>
            <a:ext cx="56436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Masterselect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wird gesteuert von einem  2P4T Drehregler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Drehregler versorgt die Gadgets mit VCC/GND : immer nur einen zu einer 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Masterselect öffnet und schließt die Kanäle am Multiplexer, wenn gedreht wird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7BB9418-D1F0-4997-A1E4-2C7A44275D72}"/>
              </a:ext>
            </a:extLst>
          </p:cNvPr>
          <p:cNvSpPr/>
          <p:nvPr/>
        </p:nvSpPr>
        <p:spPr>
          <a:xfrm>
            <a:off x="6927852" y="1561897"/>
            <a:ext cx="13238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rgbClr val="0F1111"/>
                </a:solidFill>
                <a:latin typeface="Amazon Ember"/>
              </a:rPr>
              <a:t>«Arduino»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Masterselect</a:t>
            </a:r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D33C8BF-7F91-4329-989B-8D9ADBD0C13C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7589776" y="2169354"/>
            <a:ext cx="2325" cy="310938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FD370A-9417-4AD3-B480-F79F6A327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Specification</a:t>
            </a:r>
          </a:p>
        </p:txBody>
      </p:sp>
      <p:pic>
        <p:nvPicPr>
          <p:cNvPr id="1026" name="Picture 2" descr="The CD4066 is a classic CMOS integrated circuit that contains four  independent bilateral electronic switches. Each switch has a simple control  input that allows it to connect and disconnect analog s">
            <a:extLst>
              <a:ext uri="{FF2B5EF4-FFF2-40B4-BE49-F238E27FC236}">
                <a16:creationId xmlns:a16="http://schemas.microsoft.com/office/drawing/2014/main" id="{78EF064F-E039-40F0-9EF1-63C9074C3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71" y="1046607"/>
            <a:ext cx="5276850" cy="527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19C079E-A984-4BE0-93E1-1475F2F6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117" y="3320195"/>
            <a:ext cx="5934903" cy="31436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65D9ECE-51A7-4674-807E-579EDB15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724" y="1046607"/>
            <a:ext cx="241968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8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866DE5E4-E223-4F22-BAE4-36B2B784F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724825"/>
              </p:ext>
            </p:extLst>
          </p:nvPr>
        </p:nvGraphicFramePr>
        <p:xfrm>
          <a:off x="0" y="960120"/>
          <a:ext cx="12191999" cy="4937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862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30840198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1173159219"/>
                    </a:ext>
                  </a:extLst>
                </a:gridCol>
                <a:gridCol w="3990975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1051127">
                  <a:extLst>
                    <a:ext uri="{9D8B030D-6E8A-4147-A177-3AD203B41FA5}">
                      <a16:colId xmlns:a16="http://schemas.microsoft.com/office/drawing/2014/main" val="82373693"/>
                    </a:ext>
                  </a:extLst>
                </a:gridCol>
                <a:gridCol w="63774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2567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663507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086533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B82FD69D-264C-4866-9F81-CC0AC428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Gadget Dispatch Block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7DC3569-41A1-43B4-A338-2222C409E30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1109940"/>
            <a:ext cx="2751411" cy="224229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5C5D1A2D-B6C1-4C82-AF26-F636DC4B7E4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3825371"/>
            <a:ext cx="2726916" cy="222232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95A7596-233A-4CCA-8493-355669BF7177}"/>
              </a:ext>
            </a:extLst>
          </p:cNvPr>
          <p:cNvSpPr txBox="1"/>
          <p:nvPr/>
        </p:nvSpPr>
        <p:spPr>
          <a:xfrm>
            <a:off x="5179820" y="424616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38522A32-E11F-4C85-AA58-961AE275A272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6962167" y="609282"/>
            <a:ext cx="496780" cy="733743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D8338398-40A1-470F-98D7-62826F1D2D15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4572000" y="609281"/>
            <a:ext cx="607820" cy="2423347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42C3224-D60B-4EE6-9703-FC6D4F64B6E9}"/>
              </a:ext>
            </a:extLst>
          </p:cNvPr>
          <p:cNvSpPr txBox="1"/>
          <p:nvPr/>
        </p:nvSpPr>
        <p:spPr>
          <a:xfrm>
            <a:off x="5193557" y="3447245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4DD63284-49D5-4CB1-8CB7-B452D87F24A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975904" y="3631911"/>
            <a:ext cx="483043" cy="517010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0371CF51-9DC6-4A38-9F2D-B65F1EB23AD7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 flipV="1">
            <a:off x="4572001" y="3631910"/>
            <a:ext cx="621557" cy="211614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71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hteck 89">
            <a:extLst>
              <a:ext uri="{FF2B5EF4-FFF2-40B4-BE49-F238E27FC236}">
                <a16:creationId xmlns:a16="http://schemas.microsoft.com/office/drawing/2014/main" id="{17005C9F-C5D5-4192-9393-0EFB28EC81CE}"/>
              </a:ext>
            </a:extLst>
          </p:cNvPr>
          <p:cNvSpPr/>
          <p:nvPr/>
        </p:nvSpPr>
        <p:spPr>
          <a:xfrm>
            <a:off x="6643424" y="210018"/>
            <a:ext cx="470657" cy="43182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5V</a:t>
            </a:r>
          </a:p>
        </p:txBody>
      </p: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53FACA46-9CAE-4248-B5B4-B29E796097EA}"/>
              </a:ext>
            </a:extLst>
          </p:cNvPr>
          <p:cNvCxnSpPr>
            <a:cxnSpLocks/>
            <a:stCxn id="90" idx="3"/>
            <a:endCxn id="112" idx="3"/>
          </p:cNvCxnSpPr>
          <p:nvPr/>
        </p:nvCxnSpPr>
        <p:spPr>
          <a:xfrm>
            <a:off x="7114081" y="425933"/>
            <a:ext cx="1177228" cy="774434"/>
          </a:xfrm>
          <a:prstGeom prst="bentConnector3">
            <a:avLst>
              <a:gd name="adj1" fmla="val 22660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CF028F66-4F8D-4DDA-B0FC-9CD3C1E0D293}"/>
              </a:ext>
            </a:extLst>
          </p:cNvPr>
          <p:cNvCxnSpPr>
            <a:cxnSpLocks/>
            <a:stCxn id="90" idx="3"/>
            <a:endCxn id="116" idx="3"/>
          </p:cNvCxnSpPr>
          <p:nvPr/>
        </p:nvCxnSpPr>
        <p:spPr>
          <a:xfrm>
            <a:off x="7114081" y="425933"/>
            <a:ext cx="1180976" cy="4069759"/>
          </a:xfrm>
          <a:prstGeom prst="bentConnector3">
            <a:avLst>
              <a:gd name="adj1" fmla="val 225433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C105B860-66FC-408B-8AD5-B56A440BA8BE}"/>
              </a:ext>
            </a:extLst>
          </p:cNvPr>
          <p:cNvSpPr/>
          <p:nvPr/>
        </p:nvSpPr>
        <p:spPr>
          <a:xfrm>
            <a:off x="6078973" y="221357"/>
            <a:ext cx="470657" cy="43182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GND</a:t>
            </a:r>
          </a:p>
        </p:txBody>
      </p:sp>
      <p:cxnSp>
        <p:nvCxnSpPr>
          <p:cNvPr id="102" name="Verbinder: gewinkelt 101">
            <a:extLst>
              <a:ext uri="{FF2B5EF4-FFF2-40B4-BE49-F238E27FC236}">
                <a16:creationId xmlns:a16="http://schemas.microsoft.com/office/drawing/2014/main" id="{005866DF-4EF2-4357-A503-16697BA63ED3}"/>
              </a:ext>
            </a:extLst>
          </p:cNvPr>
          <p:cNvCxnSpPr>
            <a:cxnSpLocks/>
            <a:stCxn id="99" idx="1"/>
            <a:endCxn id="115" idx="1"/>
          </p:cNvCxnSpPr>
          <p:nvPr/>
        </p:nvCxnSpPr>
        <p:spPr>
          <a:xfrm rot="10800000" flipV="1">
            <a:off x="4877387" y="437271"/>
            <a:ext cx="1201586" cy="2450329"/>
          </a:xfrm>
          <a:prstGeom prst="bentConnector3">
            <a:avLst>
              <a:gd name="adj1" fmla="val 18599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89B087D7-67A9-4FC2-AD52-D4499435C07F}"/>
              </a:ext>
            </a:extLst>
          </p:cNvPr>
          <p:cNvCxnSpPr>
            <a:cxnSpLocks/>
            <a:stCxn id="99" idx="1"/>
            <a:endCxn id="117" idx="1"/>
          </p:cNvCxnSpPr>
          <p:nvPr/>
        </p:nvCxnSpPr>
        <p:spPr>
          <a:xfrm rot="10800000" flipV="1">
            <a:off x="4764095" y="437272"/>
            <a:ext cx="1314878" cy="5910874"/>
          </a:xfrm>
          <a:prstGeom prst="bentConnector3">
            <a:avLst>
              <a:gd name="adj1" fmla="val 21057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D3AFF913-D249-4AC7-884F-C849851BDD86}"/>
              </a:ext>
            </a:extLst>
          </p:cNvPr>
          <p:cNvGrpSpPr/>
          <p:nvPr/>
        </p:nvGrpSpPr>
        <p:grpSpPr>
          <a:xfrm>
            <a:off x="4003097" y="914458"/>
            <a:ext cx="5468689" cy="2242292"/>
            <a:chOff x="3957448" y="721848"/>
            <a:chExt cx="5468689" cy="2242292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58C686AA-FD19-446A-8E68-D130E1E51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222070" y="721848"/>
              <a:ext cx="2751411" cy="2242292"/>
            </a:xfrm>
            <a:prstGeom prst="rect">
              <a:avLst/>
            </a:prstGeom>
          </p:spPr>
        </p:pic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3ADCFD48-F391-44DC-B936-28BF67473739}"/>
                </a:ext>
              </a:extLst>
            </p:cNvPr>
            <p:cNvSpPr txBox="1"/>
            <p:nvPr/>
          </p:nvSpPr>
          <p:spPr>
            <a:xfrm rot="16200000">
              <a:off x="3626556" y="1279579"/>
              <a:ext cx="10311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/>
                <a:t>Gadget 1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6B5C2D5-E9B8-4004-ADB3-5A9C2F92AAA3}"/>
                </a:ext>
              </a:extLst>
            </p:cNvPr>
            <p:cNvSpPr txBox="1"/>
            <p:nvPr/>
          </p:nvSpPr>
          <p:spPr>
            <a:xfrm rot="16200000">
              <a:off x="8725913" y="2062618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2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86E1680E-3607-482E-88DB-1F06D667F118}"/>
                </a:ext>
              </a:extLst>
            </p:cNvPr>
            <p:cNvGrpSpPr/>
            <p:nvPr/>
          </p:nvGrpSpPr>
          <p:grpSpPr>
            <a:xfrm rot="5400000">
              <a:off x="4120929" y="1268993"/>
              <a:ext cx="914400" cy="507219"/>
              <a:chOff x="7636933" y="864440"/>
              <a:chExt cx="914400" cy="507219"/>
            </a:xfrm>
          </p:grpSpPr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DF33EF77-8921-4E47-ACE8-8EEACF1C1F50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3C235E4-3B93-46E4-B5FD-CBA01F2DF6C3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7E6A6BC6-53CB-404F-B1ED-B1781BDC7121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B604C8E7-4D58-43A1-BDC8-05184E89EEF4}"/>
                </a:ext>
              </a:extLst>
            </p:cNvPr>
            <p:cNvGrpSpPr/>
            <p:nvPr/>
          </p:nvGrpSpPr>
          <p:grpSpPr>
            <a:xfrm rot="16200000">
              <a:off x="8320206" y="1967493"/>
              <a:ext cx="914400" cy="507219"/>
              <a:chOff x="7636933" y="864440"/>
              <a:chExt cx="914400" cy="507219"/>
            </a:xfrm>
          </p:grpSpPr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DDA199B0-A1DB-4A4C-89F0-008993D2FF0A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018D633-8033-4DB4-B42C-C29108952FD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5A2FD91D-18A0-4BDD-BCAB-0A5739826912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4C62078-62B4-464C-93CF-D1320C9AF662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16200000">
              <a:off x="5057810" y="1068741"/>
              <a:ext cx="0" cy="5013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2F293072-74F3-45C6-890E-DF520FD9A30F}"/>
                </a:ext>
              </a:extLst>
            </p:cNvPr>
            <p:cNvCxnSpPr>
              <a:cxnSpLocks/>
              <a:stCxn id="26" idx="0"/>
            </p:cNvCxnSpPr>
            <p:nvPr/>
          </p:nvCxnSpPr>
          <p:spPr>
            <a:xfrm flipV="1">
              <a:off x="4831739" y="1544064"/>
              <a:ext cx="476735" cy="14363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8341253-E5E8-4A68-B3E1-BAC9EBBD642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>
              <a:off x="7973481" y="2407086"/>
              <a:ext cx="574906" cy="1721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470C717B-E0D3-4A40-8E9A-3C0FC580CD2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 flipV="1">
              <a:off x="7980140" y="2056003"/>
              <a:ext cx="543657" cy="2768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5A070B89-BA83-468D-831E-286A365BE341}"/>
                </a:ext>
              </a:extLst>
            </p:cNvPr>
            <p:cNvSpPr/>
            <p:nvPr/>
          </p:nvSpPr>
          <p:spPr>
            <a:xfrm rot="16200000">
              <a:off x="4281501" y="2092380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CDC66396-024D-46DA-ABFD-ECB31032E93A}"/>
                </a:ext>
              </a:extLst>
            </p:cNvPr>
            <p:cNvSpPr/>
            <p:nvPr/>
          </p:nvSpPr>
          <p:spPr>
            <a:xfrm rot="16200000">
              <a:off x="8548034" y="1228807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GC2</a:t>
              </a:r>
            </a:p>
          </p:txBody>
        </p:sp>
        <p:cxnSp>
          <p:nvCxnSpPr>
            <p:cNvPr id="74" name="Gerader Verbinder 73">
              <a:extLst>
                <a:ext uri="{FF2B5EF4-FFF2-40B4-BE49-F238E27FC236}">
                  <a16:creationId xmlns:a16="http://schemas.microsoft.com/office/drawing/2014/main" id="{2F0D3116-C299-4E3C-B212-93CDE888190B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V="1">
              <a:off x="4753101" y="2141619"/>
              <a:ext cx="531007" cy="166676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F8584E75-86A3-4331-B2F5-58602E014849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>
              <a:off x="7967208" y="1444722"/>
              <a:ext cx="620596" cy="10818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feld 111">
              <a:extLst>
                <a:ext uri="{FF2B5EF4-FFF2-40B4-BE49-F238E27FC236}">
                  <a16:creationId xmlns:a16="http://schemas.microsoft.com/office/drawing/2014/main" id="{D13D9F6D-AECF-4DD4-A5AD-D07472883712}"/>
                </a:ext>
              </a:extLst>
            </p:cNvPr>
            <p:cNvSpPr txBox="1"/>
            <p:nvPr/>
          </p:nvSpPr>
          <p:spPr>
            <a:xfrm>
              <a:off x="7908708" y="876952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56761C5C-107D-4BEE-8373-BF5DB1190C19}"/>
                </a:ext>
              </a:extLst>
            </p:cNvPr>
            <p:cNvSpPr txBox="1"/>
            <p:nvPr/>
          </p:nvSpPr>
          <p:spPr>
            <a:xfrm>
              <a:off x="4831738" y="2564186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4" name="Verbinder: gewinkelt 133">
              <a:extLst>
                <a:ext uri="{FF2B5EF4-FFF2-40B4-BE49-F238E27FC236}">
                  <a16:creationId xmlns:a16="http://schemas.microsoft.com/office/drawing/2014/main" id="{B390C781-24A8-4512-AE95-B6AD9A6D858E}"/>
                </a:ext>
              </a:extLst>
            </p:cNvPr>
            <p:cNvCxnSpPr/>
            <p:nvPr/>
          </p:nvCxnSpPr>
          <p:spPr>
            <a:xfrm flipV="1">
              <a:off x="5861304" y="1319402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Verbinder: gewinkelt 134">
              <a:extLst>
                <a:ext uri="{FF2B5EF4-FFF2-40B4-BE49-F238E27FC236}">
                  <a16:creationId xmlns:a16="http://schemas.microsoft.com/office/drawing/2014/main" id="{6F31DFA0-B270-466E-92B0-C5439D9E55BF}"/>
                </a:ext>
              </a:extLst>
            </p:cNvPr>
            <p:cNvCxnSpPr/>
            <p:nvPr/>
          </p:nvCxnSpPr>
          <p:spPr>
            <a:xfrm flipV="1">
              <a:off x="5867963" y="1586257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uppieren 152">
            <a:extLst>
              <a:ext uri="{FF2B5EF4-FFF2-40B4-BE49-F238E27FC236}">
                <a16:creationId xmlns:a16="http://schemas.microsoft.com/office/drawing/2014/main" id="{35A6FD23-0CC6-4A7A-87C1-C4E4BD6A7A98}"/>
              </a:ext>
            </a:extLst>
          </p:cNvPr>
          <p:cNvGrpSpPr/>
          <p:nvPr/>
        </p:nvGrpSpPr>
        <p:grpSpPr>
          <a:xfrm>
            <a:off x="3936151" y="4263189"/>
            <a:ext cx="5628611" cy="2242292"/>
            <a:chOff x="3908719" y="3224585"/>
            <a:chExt cx="5628611" cy="2242292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926AD343-EA45-44F6-92DB-73296FD7E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183215" y="3224585"/>
              <a:ext cx="2751411" cy="2242292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FB0BE2D-9BDD-4707-BB3D-E1DA4F04E13F}"/>
                </a:ext>
              </a:extLst>
            </p:cNvPr>
            <p:cNvSpPr txBox="1"/>
            <p:nvPr/>
          </p:nvSpPr>
          <p:spPr>
            <a:xfrm rot="5400000">
              <a:off x="8837106" y="4602700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4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8C2221-4B43-4B58-A8ED-2F2A09FB2E8B}"/>
                </a:ext>
              </a:extLst>
            </p:cNvPr>
            <p:cNvSpPr txBox="1"/>
            <p:nvPr/>
          </p:nvSpPr>
          <p:spPr>
            <a:xfrm rot="5400000">
              <a:off x="3577827" y="3873806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3</a:t>
              </a:r>
            </a:p>
          </p:txBody>
        </p: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A88EBCF-9D67-4443-BEBF-89579CAA7865}"/>
                </a:ext>
              </a:extLst>
            </p:cNvPr>
            <p:cNvGrpSpPr/>
            <p:nvPr/>
          </p:nvGrpSpPr>
          <p:grpSpPr>
            <a:xfrm rot="16200000">
              <a:off x="8438284" y="4486936"/>
              <a:ext cx="914400" cy="507219"/>
              <a:chOff x="7636933" y="864440"/>
              <a:chExt cx="914400" cy="507219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158529BD-E114-4C18-AA80-10DDFEEEFDE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CC9F12CC-0A1A-4B97-97E6-0B105757A6BD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7655B8B-29FD-4276-B4CA-DF136E0D8754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EE9EF5C-4FD4-434F-A97E-13837F29F1A7}"/>
                </a:ext>
              </a:extLst>
            </p:cNvPr>
            <p:cNvGrpSpPr/>
            <p:nvPr/>
          </p:nvGrpSpPr>
          <p:grpSpPr>
            <a:xfrm rot="5400000">
              <a:off x="4099860" y="3788436"/>
              <a:ext cx="914400" cy="507219"/>
              <a:chOff x="7636933" y="864440"/>
              <a:chExt cx="914400" cy="507219"/>
            </a:xfrm>
          </p:grpSpPr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EED6E23F-89D4-4B12-85C9-91854EC5387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7CEB4C06-F63D-491E-A923-FD1D64F72FE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6B71F117-47C7-48F3-AA5D-94FB96FAD9F8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2A50D88-AB6B-4389-BB93-DE03E755FE7E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 rot="5400000">
              <a:off x="4994405" y="3630521"/>
              <a:ext cx="0" cy="41665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621F6F4F-B2EA-4749-B8EA-8C469F8FF438}"/>
                </a:ext>
              </a:extLst>
            </p:cNvPr>
            <p:cNvCxnSpPr>
              <a:cxnSpLocks/>
              <a:endCxn id="34" idx="0"/>
            </p:cNvCxnSpPr>
            <p:nvPr/>
          </p:nvCxnSpPr>
          <p:spPr>
            <a:xfrm flipH="1">
              <a:off x="4810670" y="4058472"/>
              <a:ext cx="429617" cy="14867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E8CAD06-B68E-4E93-9CEE-C6066C00A2D1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7985425" y="4943746"/>
              <a:ext cx="85881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74FCDEF4-EDB1-495E-8083-69490BA18694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>
              <a:off x="7985425" y="4575446"/>
              <a:ext cx="834220" cy="2925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C6F611A1-662E-4F7A-A632-43D5F5D57836}"/>
                </a:ext>
              </a:extLst>
            </p:cNvPr>
            <p:cNvSpPr/>
            <p:nvPr/>
          </p:nvSpPr>
          <p:spPr>
            <a:xfrm rot="5400000">
              <a:off x="4263680" y="4741552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GC3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31CCB4DB-011B-4D33-B55A-65EA10628B56}"/>
                </a:ext>
              </a:extLst>
            </p:cNvPr>
            <p:cNvSpPr/>
            <p:nvPr/>
          </p:nvSpPr>
          <p:spPr>
            <a:xfrm rot="5400000">
              <a:off x="8602104" y="3668071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GC4</a:t>
              </a:r>
            </a:p>
          </p:txBody>
        </p: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1534CD69-ACEC-4FDD-83E6-953D405447EF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rot="5400000" flipH="1" flipV="1">
              <a:off x="4793964" y="4568217"/>
              <a:ext cx="330567" cy="447935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6DA59D47-B693-4E9E-8F16-AD5D50EBE073}"/>
                </a:ext>
              </a:extLst>
            </p:cNvPr>
            <p:cNvCxnSpPr>
              <a:cxnSpLocks/>
              <a:stCxn id="69" idx="2"/>
            </p:cNvCxnSpPr>
            <p:nvPr/>
          </p:nvCxnSpPr>
          <p:spPr>
            <a:xfrm rot="5400000">
              <a:off x="8191250" y="3607848"/>
              <a:ext cx="174485" cy="72676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feld 115">
              <a:extLst>
                <a:ext uri="{FF2B5EF4-FFF2-40B4-BE49-F238E27FC236}">
                  <a16:creationId xmlns:a16="http://schemas.microsoft.com/office/drawing/2014/main" id="{B1768836-F259-496C-A8F2-603148C6D681}"/>
                </a:ext>
              </a:extLst>
            </p:cNvPr>
            <p:cNvSpPr txBox="1"/>
            <p:nvPr/>
          </p:nvSpPr>
          <p:spPr>
            <a:xfrm>
              <a:off x="7930673" y="3326283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E174B067-A683-4521-818E-738A903D3DE1}"/>
                </a:ext>
              </a:extLst>
            </p:cNvPr>
            <p:cNvSpPr txBox="1"/>
            <p:nvPr/>
          </p:nvSpPr>
          <p:spPr>
            <a:xfrm>
              <a:off x="4736663" y="5178737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7" name="Verbinder: gewinkelt 136">
              <a:extLst>
                <a:ext uri="{FF2B5EF4-FFF2-40B4-BE49-F238E27FC236}">
                  <a16:creationId xmlns:a16="http://schemas.microsoft.com/office/drawing/2014/main" id="{116A1C37-62D7-4689-BE62-BB240F12E28E}"/>
                </a:ext>
              </a:extLst>
            </p:cNvPr>
            <p:cNvCxnSpPr/>
            <p:nvPr/>
          </p:nvCxnSpPr>
          <p:spPr>
            <a:xfrm flipV="1">
              <a:off x="5848216" y="3809141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Verbinder: gewinkelt 137">
              <a:extLst>
                <a:ext uri="{FF2B5EF4-FFF2-40B4-BE49-F238E27FC236}">
                  <a16:creationId xmlns:a16="http://schemas.microsoft.com/office/drawing/2014/main" id="{FCB642C4-6E02-4823-B3BF-480A42ED61A6}"/>
                </a:ext>
              </a:extLst>
            </p:cNvPr>
            <p:cNvCxnSpPr/>
            <p:nvPr/>
          </p:nvCxnSpPr>
          <p:spPr>
            <a:xfrm flipV="1">
              <a:off x="5854875" y="4075996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Rechteck 138">
            <a:extLst>
              <a:ext uri="{FF2B5EF4-FFF2-40B4-BE49-F238E27FC236}">
                <a16:creationId xmlns:a16="http://schemas.microsoft.com/office/drawing/2014/main" id="{66447F2D-6B7C-4A52-B9E3-FA73C6403CFA}"/>
              </a:ext>
            </a:extLst>
          </p:cNvPr>
          <p:cNvSpPr/>
          <p:nvPr/>
        </p:nvSpPr>
        <p:spPr>
          <a:xfrm>
            <a:off x="6105144" y="3383910"/>
            <a:ext cx="470657" cy="4318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SDA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EC28764-448E-48BC-AF4D-AD187EEAEE48}"/>
              </a:ext>
            </a:extLst>
          </p:cNvPr>
          <p:cNvSpPr/>
          <p:nvPr/>
        </p:nvSpPr>
        <p:spPr>
          <a:xfrm>
            <a:off x="6717663" y="3389142"/>
            <a:ext cx="470657" cy="4318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SCL</a:t>
            </a:r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D5EA58DB-6F61-4E23-B3FC-9A62E2E71DA2}"/>
              </a:ext>
            </a:extLst>
          </p:cNvPr>
          <p:cNvCxnSpPr>
            <a:cxnSpLocks/>
          </p:cNvCxnSpPr>
          <p:nvPr/>
        </p:nvCxnSpPr>
        <p:spPr>
          <a:xfrm>
            <a:off x="5906953" y="1200367"/>
            <a:ext cx="1728287" cy="1687235"/>
          </a:xfrm>
          <a:prstGeom prst="bentConnector3">
            <a:avLst>
              <a:gd name="adj1" fmla="val 25133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A0E071B-3B8A-4EEE-83C6-424FE0E3B26D}"/>
              </a:ext>
            </a:extLst>
          </p:cNvPr>
          <p:cNvCxnSpPr>
            <a:cxnSpLocks/>
          </p:cNvCxnSpPr>
          <p:nvPr/>
        </p:nvCxnSpPr>
        <p:spPr>
          <a:xfrm>
            <a:off x="5882307" y="2048256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AD802A0B-4AF5-4247-8A3B-EA7E0C2851CF}"/>
              </a:ext>
            </a:extLst>
          </p:cNvPr>
          <p:cNvCxnSpPr>
            <a:cxnSpLocks/>
          </p:cNvCxnSpPr>
          <p:nvPr/>
        </p:nvCxnSpPr>
        <p:spPr>
          <a:xfrm>
            <a:off x="5885006" y="4532339"/>
            <a:ext cx="1728287" cy="1687235"/>
          </a:xfrm>
          <a:prstGeom prst="bentConnector3">
            <a:avLst>
              <a:gd name="adj1" fmla="val 25662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Verbinder: gewinkelt 177">
            <a:extLst>
              <a:ext uri="{FF2B5EF4-FFF2-40B4-BE49-F238E27FC236}">
                <a16:creationId xmlns:a16="http://schemas.microsoft.com/office/drawing/2014/main" id="{2D10912E-C53F-42C5-B73F-7AB3A93E5FD4}"/>
              </a:ext>
            </a:extLst>
          </p:cNvPr>
          <p:cNvCxnSpPr>
            <a:cxnSpLocks/>
          </p:cNvCxnSpPr>
          <p:nvPr/>
        </p:nvCxnSpPr>
        <p:spPr>
          <a:xfrm>
            <a:off x="5860360" y="5380228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EED7D595-07B0-4650-9E38-40684F150019}"/>
              </a:ext>
            </a:extLst>
          </p:cNvPr>
          <p:cNvCxnSpPr>
            <a:cxnSpLocks/>
            <a:stCxn id="139" idx="0"/>
          </p:cNvCxnSpPr>
          <p:nvPr/>
        </p:nvCxnSpPr>
        <p:spPr>
          <a:xfrm flipV="1">
            <a:off x="6340473" y="2869143"/>
            <a:ext cx="0" cy="514767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Verbinder: gewinkelt 177">
            <a:extLst>
              <a:ext uri="{FF2B5EF4-FFF2-40B4-BE49-F238E27FC236}">
                <a16:creationId xmlns:a16="http://schemas.microsoft.com/office/drawing/2014/main" id="{FAF4EE52-5CFC-469E-A665-935F42D8484B}"/>
              </a:ext>
            </a:extLst>
          </p:cNvPr>
          <p:cNvCxnSpPr>
            <a:cxnSpLocks/>
            <a:endCxn id="140" idx="0"/>
          </p:cNvCxnSpPr>
          <p:nvPr/>
        </p:nvCxnSpPr>
        <p:spPr>
          <a:xfrm flipH="1">
            <a:off x="6952992" y="2061712"/>
            <a:ext cx="36271" cy="132743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Verbinder: gewinkelt 177">
            <a:extLst>
              <a:ext uri="{FF2B5EF4-FFF2-40B4-BE49-F238E27FC236}">
                <a16:creationId xmlns:a16="http://schemas.microsoft.com/office/drawing/2014/main" id="{CF0F624E-ABC0-44A2-86C8-0C45256C3689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6952240" y="3820971"/>
            <a:ext cx="752" cy="1555741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192">
            <a:extLst>
              <a:ext uri="{FF2B5EF4-FFF2-40B4-BE49-F238E27FC236}">
                <a16:creationId xmlns:a16="http://schemas.microsoft.com/office/drawing/2014/main" id="{4A3D0C4F-5F9B-4B72-9CBE-C70934DF7263}"/>
              </a:ext>
            </a:extLst>
          </p:cNvPr>
          <p:cNvCxnSpPr>
            <a:cxnSpLocks/>
            <a:stCxn id="139" idx="2"/>
          </p:cNvCxnSpPr>
          <p:nvPr/>
        </p:nvCxnSpPr>
        <p:spPr>
          <a:xfrm flipH="1">
            <a:off x="6335573" y="3815739"/>
            <a:ext cx="4900" cy="732628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7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1445562"/>
            <a:ext cx="6820130" cy="37751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052637" y="5444216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14537" y="541243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386529" y="5763334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610942" y="296150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rot="16200000" flipV="1">
            <a:off x="7131028" y="3973199"/>
            <a:ext cx="1030929" cy="370703"/>
          </a:xfrm>
          <a:prstGeom prst="bentConnector3">
            <a:avLst>
              <a:gd name="adj1" fmla="val 2516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306450" y="3481503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223806" y="3481503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0"/>
            <a:endCxn id="208" idx="2"/>
          </p:cNvCxnSpPr>
          <p:nvPr/>
        </p:nvCxnSpPr>
        <p:spPr>
          <a:xfrm flipH="1" flipV="1">
            <a:off x="7976335" y="4908711"/>
            <a:ext cx="1" cy="88135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28863" y="4631712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481583" y="2215990"/>
            <a:ext cx="364624" cy="1126403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stCxn id="275" idx="0"/>
            <a:endCxn id="8" idx="3"/>
          </p:cNvCxnSpPr>
          <p:nvPr/>
        </p:nvCxnSpPr>
        <p:spPr>
          <a:xfrm rot="16200000" flipH="1" flipV="1">
            <a:off x="6969817" y="945412"/>
            <a:ext cx="482338" cy="3508273"/>
          </a:xfrm>
          <a:prstGeom prst="bentConnector4">
            <a:avLst>
              <a:gd name="adj1" fmla="val -149766"/>
              <a:gd name="adj2" fmla="val 6678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2"/>
            <a:endCxn id="73" idx="3"/>
          </p:cNvCxnSpPr>
          <p:nvPr/>
        </p:nvCxnSpPr>
        <p:spPr>
          <a:xfrm rot="5400000">
            <a:off x="8677510" y="2891553"/>
            <a:ext cx="443787" cy="1314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rot="5400000" flipH="1" flipV="1">
            <a:off x="7754047" y="4020088"/>
            <a:ext cx="988627" cy="234624"/>
          </a:xfrm>
          <a:prstGeom prst="bentConnector3">
            <a:avLst>
              <a:gd name="adj1" fmla="val 21328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stCxn id="87" idx="1"/>
            <a:endCxn id="334" idx="6"/>
          </p:cNvCxnSpPr>
          <p:nvPr/>
        </p:nvCxnSpPr>
        <p:spPr>
          <a:xfrm flipH="1" flipV="1">
            <a:off x="6753356" y="3562294"/>
            <a:ext cx="553094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05984" y="4210324"/>
            <a:ext cx="1858078" cy="1537621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7364194" y="57900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5480613" y="5295855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9100693" y="5585301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BD67D860-E114-40CE-A07E-69575C74AD02}"/>
              </a:ext>
            </a:extLst>
          </p:cNvPr>
          <p:cNvSpPr/>
          <p:nvPr/>
        </p:nvSpPr>
        <p:spPr>
          <a:xfrm>
            <a:off x="7682531" y="2141574"/>
            <a:ext cx="562086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53" name="Verbinder: gewinkelt 294">
            <a:extLst>
              <a:ext uri="{FF2B5EF4-FFF2-40B4-BE49-F238E27FC236}">
                <a16:creationId xmlns:a16="http://schemas.microsoft.com/office/drawing/2014/main" id="{64B8F452-ED2C-4820-A672-8A9A7957EC9C}"/>
              </a:ext>
            </a:extLst>
          </p:cNvPr>
          <p:cNvCxnSpPr>
            <a:cxnSpLocks/>
            <a:stCxn id="46" idx="2"/>
            <a:endCxn id="63" idx="0"/>
          </p:cNvCxnSpPr>
          <p:nvPr/>
        </p:nvCxnSpPr>
        <p:spPr>
          <a:xfrm rot="10800000" flipV="1">
            <a:off x="7339763" y="2359988"/>
            <a:ext cx="342768" cy="72632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Verbinder: gewinkelt 294">
            <a:extLst>
              <a:ext uri="{FF2B5EF4-FFF2-40B4-BE49-F238E27FC236}">
                <a16:creationId xmlns:a16="http://schemas.microsoft.com/office/drawing/2014/main" id="{AC53E74A-AA0D-419E-9D5A-65D164158871}"/>
              </a:ext>
            </a:extLst>
          </p:cNvPr>
          <p:cNvCxnSpPr>
            <a:cxnSpLocks/>
            <a:stCxn id="46" idx="6"/>
            <a:endCxn id="73" idx="0"/>
          </p:cNvCxnSpPr>
          <p:nvPr/>
        </p:nvCxnSpPr>
        <p:spPr>
          <a:xfrm>
            <a:off x="8244617" y="2359988"/>
            <a:ext cx="358073" cy="68837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Ellipse 75">
            <a:extLst>
              <a:ext uri="{FF2B5EF4-FFF2-40B4-BE49-F238E27FC236}">
                <a16:creationId xmlns:a16="http://schemas.microsoft.com/office/drawing/2014/main" id="{329E71F2-E293-458A-9CDA-CB194FDD3CC1}"/>
              </a:ext>
            </a:extLst>
          </p:cNvPr>
          <p:cNvSpPr/>
          <p:nvPr/>
        </p:nvSpPr>
        <p:spPr>
          <a:xfrm>
            <a:off x="7586010" y="3837971"/>
            <a:ext cx="653794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1000 µF 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2F50579-9388-4D81-A300-CF88DAD3D244}"/>
              </a:ext>
            </a:extLst>
          </p:cNvPr>
          <p:cNvCxnSpPr>
            <a:cxnSpLocks/>
            <a:stCxn id="76" idx="1"/>
            <a:endCxn id="87" idx="3"/>
          </p:cNvCxnSpPr>
          <p:nvPr/>
        </p:nvCxnSpPr>
        <p:spPr>
          <a:xfrm flipH="1" flipV="1">
            <a:off x="7615830" y="3562295"/>
            <a:ext cx="65926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10ADBFFF-1BA5-46A8-919A-76E7BB42FA0F}"/>
              </a:ext>
            </a:extLst>
          </p:cNvPr>
          <p:cNvCxnSpPr>
            <a:stCxn id="76" idx="7"/>
            <a:endCxn id="88" idx="1"/>
          </p:cNvCxnSpPr>
          <p:nvPr/>
        </p:nvCxnSpPr>
        <p:spPr>
          <a:xfrm flipV="1">
            <a:off x="8144058" y="3562295"/>
            <a:ext cx="79748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471828" y="1349036"/>
            <a:ext cx="7757726" cy="4117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8090000" y="2812718"/>
            <a:ext cx="20158" cy="228294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8025406" y="4990631"/>
            <a:ext cx="475946" cy="3652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  <a:stCxn id="167" idx="2"/>
          </p:cNvCxnSpPr>
          <p:nvPr/>
        </p:nvCxnSpPr>
        <p:spPr>
          <a:xfrm>
            <a:off x="8394769" y="2812718"/>
            <a:ext cx="0" cy="2177913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321031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8016262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716662" y="2544647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8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711444" y="2891115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6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899418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865186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870306" y="974931"/>
            <a:ext cx="22376" cy="1964152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098280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403321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05406" y="4131023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11751" y="4339818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56088" y="3268642"/>
            <a:ext cx="811121" cy="94317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6785" y="3268642"/>
            <a:ext cx="1135465" cy="11519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4035478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4339207"/>
            <a:ext cx="2055705" cy="290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>
            <a:off x="8263379" y="5355882"/>
            <a:ext cx="148" cy="33271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4193299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755541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818781"/>
            <a:ext cx="2445910" cy="1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268679" y="5472642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677677" y="3103856"/>
            <a:ext cx="75020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        VCC 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726354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697603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923001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849910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68284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78629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28030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741573" y="4781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7358017" y="4977621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444" idx="3"/>
            <a:endCxn id="123" idx="1"/>
          </p:cNvCxnSpPr>
          <p:nvPr/>
        </p:nvCxnSpPr>
        <p:spPr>
          <a:xfrm>
            <a:off x="6427882" y="3184648"/>
            <a:ext cx="1597524" cy="1988609"/>
          </a:xfrm>
          <a:prstGeom prst="bentConnector3">
            <a:avLst>
              <a:gd name="adj1" fmla="val 162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stCxn id="123" idx="3"/>
            <a:endCxn id="182" idx="2"/>
          </p:cNvCxnSpPr>
          <p:nvPr/>
        </p:nvCxnSpPr>
        <p:spPr>
          <a:xfrm flipV="1">
            <a:off x="8501352" y="4943570"/>
            <a:ext cx="367660" cy="22968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651385" y="5688597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9416099" y="5576259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36CFB2FC-B144-4066-ADBE-D21C14F93368}"/>
              </a:ext>
            </a:extLst>
          </p:cNvPr>
          <p:cNvSpPr txBox="1"/>
          <p:nvPr/>
        </p:nvSpPr>
        <p:spPr>
          <a:xfrm>
            <a:off x="4192153" y="3911481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43C5DDDB-1E78-42B1-B12D-B0BE54C021A2}"/>
              </a:ext>
            </a:extLst>
          </p:cNvPr>
          <p:cNvSpPr txBox="1"/>
          <p:nvPr/>
        </p:nvSpPr>
        <p:spPr>
          <a:xfrm>
            <a:off x="7509421" y="2651135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EDE7F3E2-C680-4D42-885B-AB75D8A1E024}"/>
              </a:ext>
            </a:extLst>
          </p:cNvPr>
          <p:cNvSpPr txBox="1"/>
          <p:nvPr/>
        </p:nvSpPr>
        <p:spPr>
          <a:xfrm>
            <a:off x="7255943" y="265113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5V</a:t>
            </a:r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C6D36F-995F-45F5-A29B-D59B9F1413A0}"/>
              </a:ext>
            </a:extLst>
          </p:cNvPr>
          <p:cNvGrpSpPr/>
          <p:nvPr/>
        </p:nvGrpSpPr>
        <p:grpSpPr>
          <a:xfrm>
            <a:off x="6899841" y="3876743"/>
            <a:ext cx="281584" cy="624658"/>
            <a:chOff x="7128441" y="3876743"/>
            <a:chExt cx="281584" cy="624658"/>
          </a:xfrm>
        </p:grpSpPr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3551CDE6-D2B3-4B0D-9A78-349A71BDED77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4F142B33-D447-43E5-A31F-7167F8DB8239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59395812-80B0-471D-B8E5-46BE0250FC32}"/>
              </a:ext>
            </a:extLst>
          </p:cNvPr>
          <p:cNvCxnSpPr>
            <a:cxnSpLocks/>
            <a:stCxn id="123" idx="1"/>
            <a:endCxn id="19" idx="2"/>
          </p:cNvCxnSpPr>
          <p:nvPr/>
        </p:nvCxnSpPr>
        <p:spPr>
          <a:xfrm rot="10800000">
            <a:off x="7040634" y="4501401"/>
            <a:ext cx="984773" cy="67185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Ellipse 119">
            <a:extLst>
              <a:ext uri="{FF2B5EF4-FFF2-40B4-BE49-F238E27FC236}">
                <a16:creationId xmlns:a16="http://schemas.microsoft.com/office/drawing/2014/main" id="{AD427B0E-D1B5-441D-84E6-E069C833ECA6}"/>
              </a:ext>
            </a:extLst>
          </p:cNvPr>
          <p:cNvSpPr/>
          <p:nvPr/>
        </p:nvSpPr>
        <p:spPr>
          <a:xfrm>
            <a:off x="7210282" y="3091709"/>
            <a:ext cx="568373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96523F4E-4A9C-4D0B-AA1D-1B7A2859290C}"/>
              </a:ext>
            </a:extLst>
          </p:cNvPr>
          <p:cNvCxnSpPr>
            <a:cxnSpLocks/>
            <a:stCxn id="120" idx="1"/>
            <a:endCxn id="101" idx="2"/>
          </p:cNvCxnSpPr>
          <p:nvPr/>
        </p:nvCxnSpPr>
        <p:spPr>
          <a:xfrm flipV="1">
            <a:off x="7293518" y="2812718"/>
            <a:ext cx="35362" cy="329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C37AA9D6-7839-46BC-AE13-F916F3B197B7}"/>
              </a:ext>
            </a:extLst>
          </p:cNvPr>
          <p:cNvCxnSpPr>
            <a:cxnSpLocks/>
            <a:stCxn id="120" idx="7"/>
            <a:endCxn id="100" idx="2"/>
          </p:cNvCxnSpPr>
          <p:nvPr/>
        </p:nvCxnSpPr>
        <p:spPr>
          <a:xfrm flipH="1" flipV="1">
            <a:off x="7639264" y="2812718"/>
            <a:ext cx="56155" cy="329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Verbinder: gewinkelt 124">
            <a:extLst>
              <a:ext uri="{FF2B5EF4-FFF2-40B4-BE49-F238E27FC236}">
                <a16:creationId xmlns:a16="http://schemas.microsoft.com/office/drawing/2014/main" id="{722A80B0-6F25-4684-8004-0CC269819FA3}"/>
              </a:ext>
            </a:extLst>
          </p:cNvPr>
          <p:cNvCxnSpPr>
            <a:cxnSpLocks/>
            <a:stCxn id="101" idx="1"/>
            <a:endCxn id="21" idx="0"/>
          </p:cNvCxnSpPr>
          <p:nvPr/>
        </p:nvCxnSpPr>
        <p:spPr>
          <a:xfrm rot="10800000" flipV="1">
            <a:off x="7040633" y="2731927"/>
            <a:ext cx="215310" cy="11448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404503" y="4003040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050115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HSPI)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17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29185" y="338997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476234" y="3028938"/>
            <a:ext cx="1600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Display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490463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486002" y="6297487"/>
            <a:ext cx="5347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4212867" y="579668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466474" y="5863148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763801" y="585609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554412" y="578895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4240770" y="6020488"/>
            <a:ext cx="2501158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17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71856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VSPI)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98840" y="433544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FC5473C5-E7C2-45CB-BDC4-F8275B06DC11}"/>
              </a:ext>
            </a:extLst>
          </p:cNvPr>
          <p:cNvSpPr/>
          <p:nvPr/>
        </p:nvSpPr>
        <p:spPr>
          <a:xfrm>
            <a:off x="2501000" y="6366518"/>
            <a:ext cx="1626978" cy="3545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</a:t>
            </a:r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1AD8066C-63F4-4883-9F00-F3F383E5B68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967862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035BFD5-4BD4-44AA-9768-183B535786A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162641" y="5270237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E04A6130-106E-45F7-821C-C763CC236A5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810352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42E4ADBC-5791-40B2-9CE3-1B0B5553068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638686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r Verbinder 150">
            <a:extLst>
              <a:ext uri="{FF2B5EF4-FFF2-40B4-BE49-F238E27FC236}">
                <a16:creationId xmlns:a16="http://schemas.microsoft.com/office/drawing/2014/main" id="{AA911488-D32F-4068-981D-5BAA647742C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376063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4880CDAE-89CD-40D5-A3FB-65F790992AC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582016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AFC933F-5306-4B82-B439-5DB7839D95B1}"/>
              </a:ext>
            </a:extLst>
          </p:cNvPr>
          <p:cNvSpPr txBox="1"/>
          <p:nvPr/>
        </p:nvSpPr>
        <p:spPr>
          <a:xfrm>
            <a:off x="4514099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CADF1F7-C555-4CDF-987D-B5A6B8931284}"/>
              </a:ext>
            </a:extLst>
          </p:cNvPr>
          <p:cNvSpPr txBox="1"/>
          <p:nvPr/>
        </p:nvSpPr>
        <p:spPr>
          <a:xfrm>
            <a:off x="429174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27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0D6352A7-6DDF-4322-AF9D-B280AFAE10B7}"/>
              </a:ext>
            </a:extLst>
          </p:cNvPr>
          <p:cNvSpPr txBox="1"/>
          <p:nvPr/>
        </p:nvSpPr>
        <p:spPr>
          <a:xfrm>
            <a:off x="3551017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356FE094-94E3-470E-A435-BE24D4AE2358}"/>
              </a:ext>
            </a:extLst>
          </p:cNvPr>
          <p:cNvSpPr txBox="1"/>
          <p:nvPr/>
        </p:nvSpPr>
        <p:spPr>
          <a:xfrm>
            <a:off x="374705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33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A3ABBC5E-04EF-47BF-8560-8B603A5FEF00}"/>
              </a:ext>
            </a:extLst>
          </p:cNvPr>
          <p:cNvSpPr txBox="1"/>
          <p:nvPr/>
        </p:nvSpPr>
        <p:spPr>
          <a:xfrm>
            <a:off x="409479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26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54BFA000-BDAC-42B0-B9B4-F3E67BE8A963}"/>
              </a:ext>
            </a:extLst>
          </p:cNvPr>
          <p:cNvSpPr txBox="1"/>
          <p:nvPr/>
        </p:nvSpPr>
        <p:spPr>
          <a:xfrm>
            <a:off x="3923673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25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3A9ADD29-A5ED-4ED6-BAD1-F90A8E5B372A}"/>
              </a:ext>
            </a:extLst>
          </p:cNvPr>
          <p:cNvSpPr txBox="1"/>
          <p:nvPr/>
        </p:nvSpPr>
        <p:spPr>
          <a:xfrm>
            <a:off x="3729657" y="621087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166" name="Textfeld 165">
            <a:extLst>
              <a:ext uri="{FF2B5EF4-FFF2-40B4-BE49-F238E27FC236}">
                <a16:creationId xmlns:a16="http://schemas.microsoft.com/office/drawing/2014/main" id="{72815D9D-132B-4F80-BDF6-B3EFF5B9B916}"/>
              </a:ext>
            </a:extLst>
          </p:cNvPr>
          <p:cNvSpPr txBox="1"/>
          <p:nvPr/>
        </p:nvSpPr>
        <p:spPr>
          <a:xfrm>
            <a:off x="3524133" y="6210875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AE9E8C7F-23E3-462E-B4CC-32F5010BCBFB}"/>
              </a:ext>
            </a:extLst>
          </p:cNvPr>
          <p:cNvSpPr txBox="1"/>
          <p:nvPr/>
        </p:nvSpPr>
        <p:spPr>
          <a:xfrm>
            <a:off x="2758561" y="6210875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2125647A-079C-4F6E-A566-30DCC5BFD7E5}"/>
              </a:ext>
            </a:extLst>
          </p:cNvPr>
          <p:cNvSpPr txBox="1"/>
          <p:nvPr/>
        </p:nvSpPr>
        <p:spPr>
          <a:xfrm>
            <a:off x="2979443" y="6210875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933363B9-5FED-4F21-8CA0-896DBBDD8E36}"/>
              </a:ext>
            </a:extLst>
          </p:cNvPr>
          <p:cNvSpPr txBox="1"/>
          <p:nvPr/>
        </p:nvSpPr>
        <p:spPr>
          <a:xfrm>
            <a:off x="3302338" y="6210875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60EA6BE8-979A-4019-976F-11809C126A51}"/>
              </a:ext>
            </a:extLst>
          </p:cNvPr>
          <p:cNvSpPr txBox="1"/>
          <p:nvPr/>
        </p:nvSpPr>
        <p:spPr>
          <a:xfrm>
            <a:off x="3139231" y="621087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graphicFrame>
        <p:nvGraphicFramePr>
          <p:cNvPr id="177" name="Tabelle 5">
            <a:extLst>
              <a:ext uri="{FF2B5EF4-FFF2-40B4-BE49-F238E27FC236}">
                <a16:creationId xmlns:a16="http://schemas.microsoft.com/office/drawing/2014/main" id="{8C767214-18CB-48E8-AE7C-B829310B7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635786"/>
              </p:ext>
            </p:extLst>
          </p:nvPr>
        </p:nvGraphicFramePr>
        <p:xfrm>
          <a:off x="231323" y="123201"/>
          <a:ext cx="179795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DT-LEFT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SW-LEFT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CLK-RIGHT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DT-RIGHT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SW_RIGHT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738430"/>
              </p:ext>
            </p:extLst>
          </p:nvPr>
        </p:nvGraphicFramePr>
        <p:xfrm>
          <a:off x="1" y="76200"/>
          <a:ext cx="1219199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693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23432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34963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1162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4802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68494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816847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4522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CLK-1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5666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57F41C-B0B6-4592-AC98-425C1C43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78" y="2693980"/>
            <a:ext cx="2819794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0850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6CF85-4A33-4E7E-A82B-6CAE3A08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Rotary 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A4B80F-7EC7-4703-A3CE-E8FD0F48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3" y="3680312"/>
            <a:ext cx="5239481" cy="29817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A4DD7C9-8429-4E2E-B0EC-2932A5C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4" y="627776"/>
            <a:ext cx="5239481" cy="298174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38A6E45-8D52-4C02-81E5-261C917C7ABB}"/>
              </a:ext>
            </a:extLst>
          </p:cNvPr>
          <p:cNvSpPr txBox="1"/>
          <p:nvPr/>
        </p:nvSpPr>
        <p:spPr>
          <a:xfrm>
            <a:off x="952500" y="2486025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LEFT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103CA9-4D15-4418-BCAE-0EEF059443C6}"/>
              </a:ext>
            </a:extLst>
          </p:cNvPr>
          <p:cNvSpPr txBox="1"/>
          <p:nvPr/>
        </p:nvSpPr>
        <p:spPr>
          <a:xfrm>
            <a:off x="952500" y="471360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RIGHT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85DF4966-DA32-45FC-979B-C81B798B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31445"/>
              </p:ext>
            </p:extLst>
          </p:nvPr>
        </p:nvGraphicFramePr>
        <p:xfrm>
          <a:off x="7611511" y="507111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B77619A4-4293-48B5-AB79-25240D18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468104"/>
              </p:ext>
            </p:extLst>
          </p:nvPr>
        </p:nvGraphicFramePr>
        <p:xfrm>
          <a:off x="7611511" y="3570543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2848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9379477"/>
              </p:ext>
            </p:extLst>
          </p:nvPr>
        </p:nvGraphicFramePr>
        <p:xfrm>
          <a:off x="1558060" y="9525"/>
          <a:ext cx="5519015" cy="6848489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6015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136568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8294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703485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MISO (in case of touch pad)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26931480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55564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 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Rotary Encoder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rght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092684"/>
              </p:ext>
            </p:extLst>
          </p:nvPr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9935441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LED-1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046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84649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Resources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638175" y="1918732"/>
            <a:ext cx="8395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sounds : 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3501</Words>
  <Application>Microsoft Office PowerPoint</Application>
  <PresentationFormat>Breitbild</PresentationFormat>
  <Paragraphs>1293</Paragraphs>
  <Slides>53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53</vt:i4>
      </vt:variant>
    </vt:vector>
  </HeadingPairs>
  <TitlesOfParts>
    <vt:vector size="62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CD4066 Specification</vt:lpstr>
      <vt:lpstr>CD4066 Gadget Dispatch Block</vt:lpstr>
      <vt:lpstr>PowerPoint-Präsentation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PowerPoint-Präsentation</vt:lpstr>
      <vt:lpstr>PowerPoint-Präsentation</vt:lpstr>
      <vt:lpstr>SD Modul</vt:lpstr>
      <vt:lpstr>Pegel Wandler</vt:lpstr>
      <vt:lpstr>Rotary Encoder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PowerPoint-Präsentation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511</cp:revision>
  <cp:lastPrinted>2026-10-18T07:02:09Z</cp:lastPrinted>
  <dcterms:created xsi:type="dcterms:W3CDTF">2026-09-05T16:43:31Z</dcterms:created>
  <dcterms:modified xsi:type="dcterms:W3CDTF">2026-10-21T18:31:15Z</dcterms:modified>
</cp:coreProperties>
</file>