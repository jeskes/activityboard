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282" r:id="rId9"/>
    <p:sldId id="263" r:id="rId10"/>
    <p:sldId id="267" r:id="rId11"/>
    <p:sldId id="268" r:id="rId12"/>
    <p:sldId id="269" r:id="rId13"/>
    <p:sldId id="284" r:id="rId14"/>
    <p:sldId id="283" r:id="rId15"/>
    <p:sldId id="259" r:id="rId16"/>
    <p:sldId id="287" r:id="rId17"/>
    <p:sldId id="286" r:id="rId18"/>
    <p:sldId id="276" r:id="rId19"/>
    <p:sldId id="288" r:id="rId20"/>
    <p:sldId id="295" r:id="rId21"/>
    <p:sldId id="307" r:id="rId22"/>
    <p:sldId id="308" r:id="rId23"/>
    <p:sldId id="296" r:id="rId24"/>
    <p:sldId id="291" r:id="rId25"/>
    <p:sldId id="290" r:id="rId26"/>
    <p:sldId id="292" r:id="rId27"/>
    <p:sldId id="274" r:id="rId28"/>
    <p:sldId id="293" r:id="rId29"/>
    <p:sldId id="272" r:id="rId30"/>
    <p:sldId id="271" r:id="rId31"/>
    <p:sldId id="275" r:id="rId32"/>
    <p:sldId id="299" r:id="rId33"/>
    <p:sldId id="300" r:id="rId34"/>
    <p:sldId id="303" r:id="rId35"/>
    <p:sldId id="304" r:id="rId36"/>
    <p:sldId id="305" r:id="rId37"/>
    <p:sldId id="306" r:id="rId38"/>
    <p:sldId id="294" r:id="rId39"/>
    <p:sldId id="301" r:id="rId40"/>
    <p:sldId id="302" r:id="rId41"/>
    <p:sldId id="265" r:id="rId42"/>
    <p:sldId id="266" r:id="rId43"/>
    <p:sldId id="257" r:id="rId44"/>
    <p:sldId id="258" r:id="rId45"/>
    <p:sldId id="270" r:id="rId46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30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04.10.2026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D15DD02-D861-4281-A0CC-4470170CE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30503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HSPI)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32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01000" y="340048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545977" y="529086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140247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2EA76CB-2127-44A2-855C-1634E88464C7}"/>
              </a:ext>
            </a:extLst>
          </p:cNvPr>
          <p:cNvSpPr txBox="1"/>
          <p:nvPr/>
        </p:nvSpPr>
        <p:spPr>
          <a:xfrm>
            <a:off x="399292" y="2303081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310894" y="6297487"/>
            <a:ext cx="3171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3765071" y="577751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096148" y="583262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248548" y="5828015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316429" y="577424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3886201" y="6020488"/>
            <a:ext cx="2855727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71856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VSPI)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98840" y="433544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397162"/>
              </p:ext>
            </p:extLst>
          </p:nvPr>
        </p:nvGraphicFramePr>
        <p:xfrm>
          <a:off x="143931" y="76200"/>
          <a:ext cx="1175173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7769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49965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5033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24933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0604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08821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94754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71543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60892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566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085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8316732"/>
              </p:ext>
            </p:extLst>
          </p:nvPr>
        </p:nvGraphicFramePr>
        <p:xfrm>
          <a:off x="2310535" y="323852"/>
          <a:ext cx="6058819" cy="6035931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62304654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 rowSpan="2"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BL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32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5693155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 v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(oder 3V3)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01895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3779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58585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76962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BTN1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2943</Words>
  <Application>Microsoft Office PowerPoint</Application>
  <PresentationFormat>Breitbild</PresentationFormat>
  <Paragraphs>1031</Paragraphs>
  <Slides>45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45</vt:i4>
      </vt:variant>
    </vt:vector>
  </HeadingPairs>
  <TitlesOfParts>
    <vt:vector size="54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Display Module</vt:lpstr>
      <vt:lpstr>PowerPoint-Präsentation</vt:lpstr>
      <vt:lpstr>SD Modul</vt:lpstr>
      <vt:lpstr>Pegel Wandler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406</cp:revision>
  <cp:lastPrinted>2026-10-01T17:34:18Z</cp:lastPrinted>
  <dcterms:created xsi:type="dcterms:W3CDTF">2026-09-05T16:43:31Z</dcterms:created>
  <dcterms:modified xsi:type="dcterms:W3CDTF">2026-10-05T16:00:46Z</dcterms:modified>
</cp:coreProperties>
</file>