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85" r:id="rId4"/>
    <p:sldId id="280" r:id="rId5"/>
    <p:sldId id="279" r:id="rId6"/>
    <p:sldId id="262" r:id="rId7"/>
    <p:sldId id="282" r:id="rId8"/>
    <p:sldId id="263" r:id="rId9"/>
    <p:sldId id="284" r:id="rId10"/>
    <p:sldId id="283" r:id="rId11"/>
    <p:sldId id="259" r:id="rId12"/>
    <p:sldId id="261" r:id="rId13"/>
    <p:sldId id="286" r:id="rId14"/>
    <p:sldId id="264" r:id="rId15"/>
    <p:sldId id="265" r:id="rId16"/>
    <p:sldId id="266" r:id="rId17"/>
    <p:sldId id="257" r:id="rId18"/>
    <p:sldId id="258" r:id="rId19"/>
    <p:sldId id="273" r:id="rId20"/>
    <p:sldId id="267" r:id="rId21"/>
    <p:sldId id="268" r:id="rId22"/>
    <p:sldId id="269" r:id="rId23"/>
    <p:sldId id="274" r:id="rId24"/>
    <p:sldId id="272" r:id="rId25"/>
    <p:sldId id="271" r:id="rId26"/>
    <p:sldId id="275" r:id="rId27"/>
    <p:sldId id="270" r:id="rId28"/>
    <p:sldId id="276" r:id="rId29"/>
    <p:sldId id="277" r:id="rId30"/>
    <p:sldId id="278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6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31146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7462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22403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8847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4712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4215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7" y="1076069"/>
            <a:ext cx="6400362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37830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07657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7" idx="3"/>
          </p:cNvCxnSpPr>
          <p:nvPr/>
        </p:nvCxnSpPr>
        <p:spPr>
          <a:xfrm>
            <a:off x="2457597" y="1872818"/>
            <a:ext cx="6400362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7110955" y="603934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Gadget</a:t>
            </a:r>
            <a:br>
              <a:rPr lang="de-DE" sz="1050"/>
            </a:br>
            <a:r>
              <a:rPr lang="de-DE" sz="1050"/>
              <a:t>Selector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983242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53069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7891444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7244866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>
            <a:off x="7568155" y="1518334"/>
            <a:ext cx="0" cy="3544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4214649" y="3410403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22698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132677" y="41687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54937" y="41640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428369" y="45086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021677" y="29606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879253" y="35447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724563" y="33831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025441" y="33764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997147" y="42009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49674" y="39239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187395" y="25101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5456850" y="25257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8602691" y="25968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8165749" y="35380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6753356" y="35447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86024" y="42103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633835" y="3794706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9243415" y="40493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849070" y="42192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8142460" y="5220676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06375" y="1379879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797392" y="2812718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23654" y="3982346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052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364903" y="3532871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652656" y="3658403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</p:cNvCxnSpPr>
          <p:nvPr/>
        </p:nvCxnSpPr>
        <p:spPr>
          <a:xfrm>
            <a:off x="8092404" y="2812718"/>
            <a:ext cx="10148" cy="1169628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083595" y="3648839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28423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23654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33438" y="2505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04846" y="2891115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551946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17714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696570" y="801195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377685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682726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11751" y="3499034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09345" y="3708193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62433" y="3268642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4379" y="3268642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3358146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3661875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 flipH="1">
            <a:off x="7960890" y="4259345"/>
            <a:ext cx="737" cy="25494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3499034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08069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37721" y="356804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7890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156926" y="4185747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29115" y="3103856"/>
            <a:ext cx="56906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      7 (10)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766013" y="2247663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250866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22115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447513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374422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84371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94716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4117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492466" y="394404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37721" y="393481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083595" y="4015602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244021" y="4010295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42462" y="2635043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348748" y="451429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65704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>
                <a:solidFill>
                  <a:srgbClr val="005C5F"/>
                </a:solidFill>
                <a:latin typeface="Consolas" panose="020B0609020204030204" pitchFamily="49" charset="0"/>
              </a:rPr>
              <a:t>3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>
                <a:solidFill>
                  <a:srgbClr val="005C5F"/>
                </a:solidFill>
                <a:latin typeface="Consolas" panose="020B0609020204030204" pitchFamily="49" charset="0"/>
              </a:rPr>
              <a:t>2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49455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2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3 (TX)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99E22CA-A0C7-456F-A8E1-618D1343A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328" y="697223"/>
            <a:ext cx="6820872" cy="5463553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962363D-674D-41F4-88CB-20E6D932F6FA}"/>
              </a:ext>
            </a:extLst>
          </p:cNvPr>
          <p:cNvSpPr txBox="1"/>
          <p:nvPr/>
        </p:nvSpPr>
        <p:spPr>
          <a:xfrm>
            <a:off x="3945467" y="230201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b="0" i="0">
                <a:solidFill>
                  <a:srgbClr val="000000"/>
                </a:solidFill>
                <a:effectLst/>
                <a:latin typeface="Source Code Pro" panose="020B0604020202020204" pitchFamily="49" charset="0"/>
              </a:rPr>
              <a:t>hier : SoftwareSerial playerSerial</a:t>
            </a:r>
            <a:r>
              <a:rPr lang="de-DE" sz="1400" b="0" i="0">
                <a:solidFill>
                  <a:srgbClr val="12217C"/>
                </a:solidFill>
                <a:effectLst/>
                <a:latin typeface="Source Code Pro" panose="020B0604020202020204" pitchFamily="49" charset="0"/>
              </a:rPr>
              <a:t>(</a:t>
            </a:r>
            <a:r>
              <a:rPr lang="de-DE" sz="1400" b="0" i="0">
                <a:solidFill>
                  <a:srgbClr val="007F7F"/>
                </a:solidFill>
                <a:effectLst/>
                <a:latin typeface="Source Code Pro" panose="020B0604020202020204" pitchFamily="49" charset="0"/>
              </a:rPr>
              <a:t>10</a:t>
            </a:r>
            <a:r>
              <a:rPr lang="de-DE" sz="1400" b="0" i="0">
                <a:solidFill>
                  <a:srgbClr val="000000"/>
                </a:solidFill>
                <a:effectLst/>
                <a:latin typeface="Source Code Pro" panose="020B0604020202020204" pitchFamily="49" charset="0"/>
              </a:rPr>
              <a:t>,</a:t>
            </a:r>
            <a:r>
              <a:rPr lang="de-DE" sz="1400" b="0" i="0">
                <a:solidFill>
                  <a:srgbClr val="007F7F"/>
                </a:solidFill>
                <a:effectLst/>
                <a:latin typeface="Source Code Pro" panose="020B0604020202020204" pitchFamily="49" charset="0"/>
              </a:rPr>
              <a:t>11</a:t>
            </a:r>
            <a:r>
              <a:rPr lang="de-DE" sz="1400" b="0" i="0">
                <a:solidFill>
                  <a:srgbClr val="12217C"/>
                </a:solidFill>
                <a:effectLst/>
                <a:latin typeface="Source Code Pro" panose="020B0604020202020204" pitchFamily="49" charset="0"/>
              </a:rPr>
              <a:t>)</a:t>
            </a:r>
            <a:r>
              <a:rPr lang="de-DE" sz="1400" b="0" i="0">
                <a:solidFill>
                  <a:srgbClr val="000000"/>
                </a:solidFill>
                <a:effectLst/>
                <a:latin typeface="Source Code Pro" panose="020B0604020202020204" pitchFamily="49" charset="0"/>
              </a:rPr>
              <a:t>; </a:t>
            </a:r>
            <a:r>
              <a:rPr lang="de-DE" sz="1400" b="0" i="0">
                <a:solidFill>
                  <a:srgbClr val="086B08"/>
                </a:solidFill>
                <a:effectLst/>
                <a:latin typeface="Source Code Pro" panose="020B0604020202020204" pitchFamily="49" charset="0"/>
              </a:rPr>
              <a:t>// RX, TX</a:t>
            </a:r>
            <a:endParaRPr lang="de-DE" sz="1400"/>
          </a:p>
        </p:txBody>
      </p:sp>
    </p:spTree>
    <p:extLst>
      <p:ext uri="{BB962C8B-B14F-4D97-AF65-F5344CB8AC3E}">
        <p14:creationId xmlns:p14="http://schemas.microsoft.com/office/powerpoint/2010/main" val="3780853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2144970" y="57729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924447" y="55266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4060845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5226848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904680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9074507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952895" y="273627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7119563" y="342712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2064348" y="289466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919616" y="327403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462365" y="17801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 flipH="1">
            <a:off x="9055187" y="2376795"/>
            <a:ext cx="19320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994115" y="17801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606257" y="127186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240049" y="139067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883231" y="145193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623100" y="326554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8049667" y="327403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685130" y="241310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993519" y="241310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272546" y="241310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4037896" y="241310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887319" y="368785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832816" y="346343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4076369" y="257469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399986" y="257469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539147" y="412812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5042654" y="412812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546161" y="412812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8049667" y="412812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</p:spTree>
    <p:extLst>
      <p:ext uri="{BB962C8B-B14F-4D97-AF65-F5344CB8AC3E}">
        <p14:creationId xmlns:p14="http://schemas.microsoft.com/office/powerpoint/2010/main" val="40154046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80336A-2C14-4FEC-85A0-9D5B6CDF6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12568098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460303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27545220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1679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518714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03158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5286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1822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</a:t>
            </a:r>
            <a:br>
              <a:rPr lang="de-DE"/>
            </a:br>
            <a:r>
              <a:rPr lang="de-DE"/>
              <a:t>via PCF8574-I2C-Extender </a:t>
            </a:r>
          </a:p>
        </p:txBody>
      </p:sp>
    </p:spTree>
    <p:extLst>
      <p:ext uri="{BB962C8B-B14F-4D97-AF65-F5344CB8AC3E}">
        <p14:creationId xmlns:p14="http://schemas.microsoft.com/office/powerpoint/2010/main" val="2898694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9D741F4-C260-4D0D-8F9B-0EFCB518A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mit PCF8574-I2C-Extender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A600936-894A-4E04-96B5-35778B470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544" y="1109926"/>
            <a:ext cx="3658111" cy="379147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2E055918-B16F-4AF6-8747-610C43F91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1822" y="1109926"/>
            <a:ext cx="3505689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6527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73105E-EA86-4ECB-BFF8-63388DB95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05104AE-C84D-4C6B-A540-B767602A6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65" y="1523734"/>
            <a:ext cx="3896269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556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1626</Words>
  <Application>Microsoft Office PowerPoint</Application>
  <PresentationFormat>Breitbild</PresentationFormat>
  <Paragraphs>462</Paragraphs>
  <Slides>30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7" baseType="lpstr">
      <vt:lpstr>Arial</vt:lpstr>
      <vt:lpstr>Calibri</vt:lpstr>
      <vt:lpstr>Consolas</vt:lpstr>
      <vt:lpstr>Henny Penny</vt:lpstr>
      <vt:lpstr>Milkyway DEMO</vt:lpstr>
      <vt:lpstr>Source Code Pro</vt:lpstr>
      <vt:lpstr>Office</vt:lpstr>
      <vt:lpstr>Activity Board</vt:lpstr>
      <vt:lpstr>Activity Board Übersicht</vt:lpstr>
      <vt:lpstr>Standard Specifications</vt:lpstr>
      <vt:lpstr>Activity Bus Board</vt:lpstr>
      <vt:lpstr>Activity Bus Board</vt:lpstr>
      <vt:lpstr>Connecting Periphericals and Gadgets via Activity Bus Board</vt:lpstr>
      <vt:lpstr>Power Supply</vt:lpstr>
      <vt:lpstr>Power Supply</vt:lpstr>
      <vt:lpstr>Sound Module</vt:lpstr>
      <vt:lpstr>Sound Module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 Supply Board</vt:lpstr>
      <vt:lpstr>Power Board Panel Laser Template Controls</vt:lpstr>
      <vt:lpstr>Power Board Panel Laser Template Labels</vt:lpstr>
      <vt:lpstr>Power Board Panel Laser Template Frame</vt:lpstr>
      <vt:lpstr>Lingo Bingo</vt:lpstr>
      <vt:lpstr>Lingo Bingo Controls</vt:lpstr>
      <vt:lpstr>Lingo Bingo Frame</vt:lpstr>
      <vt:lpstr>PowerPoint-Präsentation</vt:lpstr>
      <vt:lpstr>PowerPoint-Präsentation</vt:lpstr>
      <vt:lpstr>Numpad via PCF8574-I2C-Extender </vt:lpstr>
      <vt:lpstr>Numpad mit PCF8574-I2C-Extender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253</cp:revision>
  <dcterms:created xsi:type="dcterms:W3CDTF">2026-09-05T16:43:31Z</dcterms:created>
  <dcterms:modified xsi:type="dcterms:W3CDTF">2026-09-25T12:12:51Z</dcterms:modified>
</cp:coreProperties>
</file>