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296" r:id="rId24"/>
    <p:sldId id="291" r:id="rId25"/>
    <p:sldId id="290" r:id="rId26"/>
    <p:sldId id="292" r:id="rId27"/>
    <p:sldId id="274" r:id="rId28"/>
    <p:sldId id="293" r:id="rId29"/>
    <p:sldId id="272" r:id="rId30"/>
    <p:sldId id="271" r:id="rId31"/>
    <p:sldId id="275" r:id="rId32"/>
    <p:sldId id="299" r:id="rId33"/>
    <p:sldId id="300" r:id="rId34"/>
    <p:sldId id="303" r:id="rId35"/>
    <p:sldId id="304" r:id="rId36"/>
    <p:sldId id="305" r:id="rId37"/>
    <p:sldId id="306" r:id="rId38"/>
    <p:sldId id="310" r:id="rId39"/>
    <p:sldId id="311" r:id="rId40"/>
    <p:sldId id="294" r:id="rId41"/>
    <p:sldId id="301" r:id="rId42"/>
    <p:sldId id="302" r:id="rId43"/>
    <p:sldId id="265" r:id="rId44"/>
    <p:sldId id="266" r:id="rId45"/>
    <p:sldId id="257" r:id="rId46"/>
    <p:sldId id="258" r:id="rId47"/>
    <p:sldId id="309" r:id="rId48"/>
    <p:sldId id="270" r:id="rId49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103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11.10.2026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jpe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30503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32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316262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0271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938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Wake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CLK-1 (10 k</a:t>
                      </a:r>
                      <a:r>
                        <a:rPr lang="el-GR" sz="1400"/>
                        <a:t>Ω</a:t>
                      </a:r>
                      <a:r>
                        <a:rPr lang="de-DE" sz="140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SW-1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006962"/>
              </p:ext>
            </p:extLst>
          </p:nvPr>
        </p:nvGraphicFramePr>
        <p:xfrm>
          <a:off x="1558060" y="9525"/>
          <a:ext cx="5519015" cy="6848485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6375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19491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977906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3219</Words>
  <Application>Microsoft Office PowerPoint</Application>
  <PresentationFormat>Breitbild</PresentationFormat>
  <Paragraphs>1102</Paragraphs>
  <Slides>48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48</vt:i4>
      </vt:variant>
    </vt:vector>
  </HeadingPairs>
  <TitlesOfParts>
    <vt:vector size="57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432</cp:revision>
  <cp:lastPrinted>2026-10-01T17:34:18Z</cp:lastPrinted>
  <dcterms:created xsi:type="dcterms:W3CDTF">2026-09-05T16:43:31Z</dcterms:created>
  <dcterms:modified xsi:type="dcterms:W3CDTF">2026-10-12T09:43:23Z</dcterms:modified>
</cp:coreProperties>
</file>