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2" r:id="rId4"/>
    <p:sldId id="263" r:id="rId5"/>
    <p:sldId id="264" r:id="rId6"/>
    <p:sldId id="265" r:id="rId7"/>
    <p:sldId id="266" r:id="rId8"/>
    <p:sldId id="257" r:id="rId9"/>
    <p:sldId id="258" r:id="rId10"/>
    <p:sldId id="259" r:id="rId11"/>
    <p:sldId id="261" r:id="rId12"/>
    <p:sldId id="273" r:id="rId13"/>
    <p:sldId id="267" r:id="rId14"/>
    <p:sldId id="268" r:id="rId15"/>
    <p:sldId id="269" r:id="rId16"/>
    <p:sldId id="274" r:id="rId17"/>
    <p:sldId id="272" r:id="rId18"/>
    <p:sldId id="271" r:id="rId19"/>
    <p:sldId id="275" r:id="rId20"/>
    <p:sldId id="270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338" y="939567"/>
            <a:ext cx="11001462" cy="570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222250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Verbindung Master mit Gadgets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Master Module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2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3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4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A2300532-A373-405E-88BD-520D135348E3}"/>
              </a:ext>
            </a:extLst>
          </p:cNvPr>
          <p:cNvSpPr txBox="1"/>
          <p:nvPr/>
        </p:nvSpPr>
        <p:spPr>
          <a:xfrm>
            <a:off x="652018" y="4823649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zwischen 2,2 kΩ und 4,7 kΩ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1852858" y="1362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63525" y="2646704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854542" y="4079543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hteck 172">
            <a:extLst>
              <a:ext uri="{FF2B5EF4-FFF2-40B4-BE49-F238E27FC236}">
                <a16:creationId xmlns:a16="http://schemas.microsoft.com/office/drawing/2014/main" id="{0985D8BB-8DDD-4ABB-B9BD-F7F148444A55}"/>
              </a:ext>
            </a:extLst>
          </p:cNvPr>
          <p:cNvSpPr/>
          <p:nvPr/>
        </p:nvSpPr>
        <p:spPr>
          <a:xfrm>
            <a:off x="7724647" y="4371131"/>
            <a:ext cx="424907" cy="1276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2914650" y="6231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168930" y="6763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182556" y="9527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3345448" y="12110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3534174" y="12110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351627" y="20351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1673887" y="20304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1647319" y="23750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415980" y="13726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3591882" y="13726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8240627" y="8270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6715986" y="6420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6341346" y="9527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4662174" y="10835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7590647" y="9147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098203" y="14111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6943513" y="12495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7244391" y="12428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216097" y="20673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80804" y="5249171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617562" y="2744255"/>
            <a:ext cx="1052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422053" y="4799696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sp>
        <p:nvSpPr>
          <p:cNvPr id="141" name="Ellipse 140">
            <a:extLst>
              <a:ext uri="{FF2B5EF4-FFF2-40B4-BE49-F238E27FC236}">
                <a16:creationId xmlns:a16="http://schemas.microsoft.com/office/drawing/2014/main" id="{96339918-2198-4A7B-B4E3-5460714B329B}"/>
              </a:ext>
            </a:extLst>
          </p:cNvPr>
          <p:cNvSpPr/>
          <p:nvPr/>
        </p:nvSpPr>
        <p:spPr>
          <a:xfrm>
            <a:off x="7429341" y="4304283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709806" y="4925228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  <a:stCxn id="141" idx="6"/>
          </p:cNvCxnSpPr>
          <p:nvPr/>
        </p:nvCxnSpPr>
        <p:spPr>
          <a:xfrm>
            <a:off x="7717094" y="4429815"/>
            <a:ext cx="442608" cy="81935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140745" y="4915664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BCEEE413-9B08-4A07-9D1C-C9B25093A027}"/>
              </a:ext>
            </a:extLst>
          </p:cNvPr>
          <p:cNvCxnSpPr>
            <a:cxnSpLocks/>
            <a:stCxn id="141" idx="2"/>
            <a:endCxn id="355" idx="3"/>
          </p:cNvCxnSpPr>
          <p:nvPr/>
        </p:nvCxnSpPr>
        <p:spPr>
          <a:xfrm flipH="1" flipV="1">
            <a:off x="7140745" y="4418988"/>
            <a:ext cx="288596" cy="10827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Gerader Verbinder 161">
            <a:extLst>
              <a:ext uri="{FF2B5EF4-FFF2-40B4-BE49-F238E27FC236}">
                <a16:creationId xmlns:a16="http://schemas.microsoft.com/office/drawing/2014/main" id="{08E0B3F5-DD31-4024-BDA5-85CECB2A3C68}"/>
              </a:ext>
            </a:extLst>
          </p:cNvPr>
          <p:cNvCxnSpPr>
            <a:cxnSpLocks/>
            <a:stCxn id="167" idx="2"/>
            <a:endCxn id="141" idx="6"/>
          </p:cNvCxnSpPr>
          <p:nvPr/>
        </p:nvCxnSpPr>
        <p:spPr>
          <a:xfrm rot="5400000">
            <a:off x="7763067" y="4033571"/>
            <a:ext cx="350272" cy="44221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85573" y="391796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80804" y="391796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175" name="Rechteck 174">
            <a:extLst>
              <a:ext uri="{FF2B5EF4-FFF2-40B4-BE49-F238E27FC236}">
                <a16:creationId xmlns:a16="http://schemas.microsoft.com/office/drawing/2014/main" id="{3ED447D4-FB0B-4547-BA1F-76E8B1D828EE}"/>
              </a:ext>
            </a:extLst>
          </p:cNvPr>
          <p:cNvSpPr/>
          <p:nvPr/>
        </p:nvSpPr>
        <p:spPr>
          <a:xfrm>
            <a:off x="3924447" y="5937477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16750" y="6596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948261" y="9457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hteck 199">
            <a:extLst>
              <a:ext uri="{FF2B5EF4-FFF2-40B4-BE49-F238E27FC236}">
                <a16:creationId xmlns:a16="http://schemas.microsoft.com/office/drawing/2014/main" id="{54C25635-9DD7-4650-9C3F-4038A69BE4CC}"/>
              </a:ext>
            </a:extLst>
          </p:cNvPr>
          <p:cNvSpPr/>
          <p:nvPr/>
        </p:nvSpPr>
        <p:spPr>
          <a:xfrm>
            <a:off x="4060845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73418" y="3874913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90588" y="3772249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61996" y="4157940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609096" y="3352734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74864" y="3649889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137275" y="3649889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97852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810113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917275" y="3176274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808997" y="3144300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71477" y="2712908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753720" y="2068020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feld 233">
            <a:extLst>
              <a:ext uri="{FF2B5EF4-FFF2-40B4-BE49-F238E27FC236}">
                <a16:creationId xmlns:a16="http://schemas.microsoft.com/office/drawing/2014/main" id="{F38B3D53-8B93-4FC9-A35D-FC0B09E75502}"/>
              </a:ext>
            </a:extLst>
          </p:cNvPr>
          <p:cNvSpPr txBox="1"/>
          <p:nvPr/>
        </p:nvSpPr>
        <p:spPr>
          <a:xfrm>
            <a:off x="10400838" y="554085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4894875" y="17717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16028" y="5310618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434835" y="4373884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739876" y="4373884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82673" y="3143139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63446" y="3646057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85591" y="3212644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68901" y="4765859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66495" y="4975018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251780" y="439878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419583" y="4535467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91529" y="4535467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3003966" y="4624971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948261" y="4928700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755802" y="4398788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113239" y="20487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5579012" y="13031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176279" y="13690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87038" y="4116817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68836" y="3817775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910053" y="4165783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934896" y="3854765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614117" y="3457753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634625" y="3853748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4656039" y="22554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90516" y="3526748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61658" y="3665247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6968624" y="17903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3251781" y="17997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490" idx="0"/>
          </p:cNvCxnSpPr>
          <p:nvPr/>
        </p:nvCxnSpPr>
        <p:spPr>
          <a:xfrm flipH="1">
            <a:off x="8018040" y="5526170"/>
            <a:ext cx="737" cy="2879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456366" y="3974539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2780566" y="8072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948261" y="4113039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8406345" y="3765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4675800" y="3921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7821641" y="4632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7384699" y="14044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838015" y="4765859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65219" y="3235020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5972306" y="14111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1704974" y="20767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feld 354">
            <a:extLst>
              <a:ext uri="{FF2B5EF4-FFF2-40B4-BE49-F238E27FC236}">
                <a16:creationId xmlns:a16="http://schemas.microsoft.com/office/drawing/2014/main" id="{487F6A0A-D417-4617-A893-178B8E3C6D91}"/>
              </a:ext>
            </a:extLst>
          </p:cNvPr>
          <p:cNvSpPr txBox="1"/>
          <p:nvPr/>
        </p:nvSpPr>
        <p:spPr>
          <a:xfrm>
            <a:off x="6994871" y="4338196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94871" y="4834872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1852785" y="1661106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048501" y="3247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4477233" y="12684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252463" y="3577446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63128" y="3674773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644656" y="3760498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727508" y="405588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727508" y="41606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214076" y="5452572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79051" y="4370681"/>
            <a:ext cx="58349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      GND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823163" y="3514488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152783" y="4912195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65883" y="5050695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308016" y="4680985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79265" y="4157447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62030" y="4909156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504663" y="4079543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95960" y="50738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431572" y="3917960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950838" y="5146591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96336" y="3439310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900869" y="4693247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6004312" y="4571755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98326" y="4555347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Rechteck 489">
            <a:extLst>
              <a:ext uri="{FF2B5EF4-FFF2-40B4-BE49-F238E27FC236}">
                <a16:creationId xmlns:a16="http://schemas.microsoft.com/office/drawing/2014/main" id="{FDF57928-8807-4F70-ACEC-C248A2D8C1BD}"/>
              </a:ext>
            </a:extLst>
          </p:cNvPr>
          <p:cNvSpPr/>
          <p:nvPr/>
        </p:nvSpPr>
        <p:spPr>
          <a:xfrm>
            <a:off x="7719952" y="5814165"/>
            <a:ext cx="596175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495" name="Rechteck 494">
            <a:extLst>
              <a:ext uri="{FF2B5EF4-FFF2-40B4-BE49-F238E27FC236}">
                <a16:creationId xmlns:a16="http://schemas.microsoft.com/office/drawing/2014/main" id="{A67FA1AC-018F-4051-BA8E-94896248CFDA}"/>
              </a:ext>
            </a:extLst>
          </p:cNvPr>
          <p:cNvSpPr/>
          <p:nvPr/>
        </p:nvSpPr>
        <p:spPr>
          <a:xfrm>
            <a:off x="5226848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6" name="Rechteck 495">
            <a:extLst>
              <a:ext uri="{FF2B5EF4-FFF2-40B4-BE49-F238E27FC236}">
                <a16:creationId xmlns:a16="http://schemas.microsoft.com/office/drawing/2014/main" id="{DCE01303-5BE4-40A9-9281-6BFB3AE483E4}"/>
              </a:ext>
            </a:extLst>
          </p:cNvPr>
          <p:cNvSpPr/>
          <p:nvPr/>
        </p:nvSpPr>
        <p:spPr>
          <a:xfrm>
            <a:off x="7904680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7" name="Rechteck 496">
            <a:extLst>
              <a:ext uri="{FF2B5EF4-FFF2-40B4-BE49-F238E27FC236}">
                <a16:creationId xmlns:a16="http://schemas.microsoft.com/office/drawing/2014/main" id="{4BE61EAF-7388-4029-AC39-98CAD5EAAEF2}"/>
              </a:ext>
            </a:extLst>
          </p:cNvPr>
          <p:cNvSpPr/>
          <p:nvPr/>
        </p:nvSpPr>
        <p:spPr>
          <a:xfrm>
            <a:off x="9074507" y="6167785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98" name="Textfeld 497">
            <a:extLst>
              <a:ext uri="{FF2B5EF4-FFF2-40B4-BE49-F238E27FC236}">
                <a16:creationId xmlns:a16="http://schemas.microsoft.com/office/drawing/2014/main" id="{E08CA44C-5E09-436D-AB38-FDC3933AF261}"/>
              </a:ext>
            </a:extLst>
          </p:cNvPr>
          <p:cNvSpPr txBox="1"/>
          <p:nvPr/>
        </p:nvSpPr>
        <p:spPr>
          <a:xfrm>
            <a:off x="10543659" y="474124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504" name="Gerader Verbinder 503">
            <a:extLst>
              <a:ext uri="{FF2B5EF4-FFF2-40B4-BE49-F238E27FC236}">
                <a16:creationId xmlns:a16="http://schemas.microsoft.com/office/drawing/2014/main" id="{7216AC66-6B5E-4667-8C9F-99693A5D2C71}"/>
              </a:ext>
            </a:extLst>
          </p:cNvPr>
          <p:cNvCxnSpPr>
            <a:cxnSpLocks/>
          </p:cNvCxnSpPr>
          <p:nvPr/>
        </p:nvCxnSpPr>
        <p:spPr>
          <a:xfrm flipH="1">
            <a:off x="10166703" y="566457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6" name="Textfeld 505">
            <a:extLst>
              <a:ext uri="{FF2B5EF4-FFF2-40B4-BE49-F238E27FC236}">
                <a16:creationId xmlns:a16="http://schemas.microsoft.com/office/drawing/2014/main" id="{07041AF0-323B-417F-9D19-F098CC356A7C}"/>
              </a:ext>
            </a:extLst>
          </p:cNvPr>
          <p:cNvSpPr txBox="1"/>
          <p:nvPr/>
        </p:nvSpPr>
        <p:spPr>
          <a:xfrm>
            <a:off x="10543659" y="70976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507" name="Gerader Verbinder 506">
            <a:extLst>
              <a:ext uri="{FF2B5EF4-FFF2-40B4-BE49-F238E27FC236}">
                <a16:creationId xmlns:a16="http://schemas.microsoft.com/office/drawing/2014/main" id="{96B1206B-CA0C-4502-ADDA-D3AB3B456332}"/>
              </a:ext>
            </a:extLst>
          </p:cNvPr>
          <p:cNvCxnSpPr>
            <a:cxnSpLocks/>
          </p:cNvCxnSpPr>
          <p:nvPr/>
        </p:nvCxnSpPr>
        <p:spPr>
          <a:xfrm flipH="1">
            <a:off x="10166703" y="802099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0" name="Textfeld 509">
            <a:extLst>
              <a:ext uri="{FF2B5EF4-FFF2-40B4-BE49-F238E27FC236}">
                <a16:creationId xmlns:a16="http://schemas.microsoft.com/office/drawing/2014/main" id="{2D162AFE-A193-43D6-89D2-0D5DF8F17C15}"/>
              </a:ext>
            </a:extLst>
          </p:cNvPr>
          <p:cNvSpPr txBox="1"/>
          <p:nvPr/>
        </p:nvSpPr>
        <p:spPr>
          <a:xfrm>
            <a:off x="10543659" y="93582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511" name="Gerader Verbinder 510">
            <a:extLst>
              <a:ext uri="{FF2B5EF4-FFF2-40B4-BE49-F238E27FC236}">
                <a16:creationId xmlns:a16="http://schemas.microsoft.com/office/drawing/2014/main" id="{9BE60C60-FEFF-4D54-87E3-F7584AAFAF22}"/>
              </a:ext>
            </a:extLst>
          </p:cNvPr>
          <p:cNvCxnSpPr>
            <a:cxnSpLocks/>
          </p:cNvCxnSpPr>
          <p:nvPr/>
        </p:nvCxnSpPr>
        <p:spPr>
          <a:xfrm flipH="1">
            <a:off x="10166703" y="1028154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Verbinder: gewinkelt 294">
            <a:extLst>
              <a:ext uri="{FF2B5EF4-FFF2-40B4-BE49-F238E27FC236}">
                <a16:creationId xmlns:a16="http://schemas.microsoft.com/office/drawing/2014/main" id="{02BA2807-F81B-4172-8B0A-470EBFAF1A3B}"/>
              </a:ext>
            </a:extLst>
          </p:cNvPr>
          <p:cNvCxnSpPr>
            <a:cxnSpLocks/>
          </p:cNvCxnSpPr>
          <p:nvPr/>
        </p:nvCxnSpPr>
        <p:spPr>
          <a:xfrm flipH="1">
            <a:off x="10166703" y="301231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" name="Textfeld 513">
            <a:extLst>
              <a:ext uri="{FF2B5EF4-FFF2-40B4-BE49-F238E27FC236}">
                <a16:creationId xmlns:a16="http://schemas.microsoft.com/office/drawing/2014/main" id="{49FC2503-25AF-4888-83A4-9D1A259CAE1B}"/>
              </a:ext>
            </a:extLst>
          </p:cNvPr>
          <p:cNvSpPr txBox="1"/>
          <p:nvPr/>
        </p:nvSpPr>
        <p:spPr>
          <a:xfrm>
            <a:off x="10543659" y="208898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515" name="Ellipse 514">
            <a:extLst>
              <a:ext uri="{FF2B5EF4-FFF2-40B4-BE49-F238E27FC236}">
                <a16:creationId xmlns:a16="http://schemas.microsoft.com/office/drawing/2014/main" id="{46A2ECD1-3DE4-4147-A763-6FCFA6A3D88E}"/>
              </a:ext>
            </a:extLst>
          </p:cNvPr>
          <p:cNvSpPr/>
          <p:nvPr/>
        </p:nvSpPr>
        <p:spPr>
          <a:xfrm>
            <a:off x="10121790" y="1128676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516" name="Textfeld 515">
            <a:extLst>
              <a:ext uri="{FF2B5EF4-FFF2-40B4-BE49-F238E27FC236}">
                <a16:creationId xmlns:a16="http://schemas.microsoft.com/office/drawing/2014/main" id="{3B3F8CC3-D1C5-4D0B-98A2-DA928527FA08}"/>
              </a:ext>
            </a:extLst>
          </p:cNvPr>
          <p:cNvSpPr txBox="1"/>
          <p:nvPr/>
        </p:nvSpPr>
        <p:spPr>
          <a:xfrm>
            <a:off x="10543659" y="1161875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517" name="Ellipse 516">
            <a:extLst>
              <a:ext uri="{FF2B5EF4-FFF2-40B4-BE49-F238E27FC236}">
                <a16:creationId xmlns:a16="http://schemas.microsoft.com/office/drawing/2014/main" id="{56C1D12E-D9A2-4FC0-A87D-A757E9FABB50}"/>
              </a:ext>
            </a:extLst>
          </p:cNvPr>
          <p:cNvSpPr/>
          <p:nvPr/>
        </p:nvSpPr>
        <p:spPr>
          <a:xfrm>
            <a:off x="10121790" y="1415696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518" name="Textfeld 517">
            <a:extLst>
              <a:ext uri="{FF2B5EF4-FFF2-40B4-BE49-F238E27FC236}">
                <a16:creationId xmlns:a16="http://schemas.microsoft.com/office/drawing/2014/main" id="{DB11F9EF-86F2-40CF-B0FC-752CED425C2E}"/>
              </a:ext>
            </a:extLst>
          </p:cNvPr>
          <p:cNvSpPr txBox="1"/>
          <p:nvPr/>
        </p:nvSpPr>
        <p:spPr>
          <a:xfrm>
            <a:off x="10543659" y="1453454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62365" y="19157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9055187" y="2512341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30553" y="1998360"/>
            <a:ext cx="1984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all poles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549616" y="52108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94871" y="520163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140745" y="5282427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01171" y="5277120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echteck 191">
            <a:extLst>
              <a:ext uri="{FF2B5EF4-FFF2-40B4-BE49-F238E27FC236}">
                <a16:creationId xmlns:a16="http://schemas.microsoft.com/office/drawing/2014/main" id="{BC870E56-FBAE-4BC7-9135-0DE87ACB46EF}"/>
              </a:ext>
            </a:extLst>
          </p:cNvPr>
          <p:cNvSpPr/>
          <p:nvPr/>
        </p:nvSpPr>
        <p:spPr>
          <a:xfrm>
            <a:off x="9921570" y="484622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93" name="Rechteck 192">
            <a:extLst>
              <a:ext uri="{FF2B5EF4-FFF2-40B4-BE49-F238E27FC236}">
                <a16:creationId xmlns:a16="http://schemas.microsoft.com/office/drawing/2014/main" id="{645AC4B1-2F8B-4EAE-9809-D188F21E0F22}"/>
              </a:ext>
            </a:extLst>
          </p:cNvPr>
          <p:cNvSpPr/>
          <p:nvPr/>
        </p:nvSpPr>
        <p:spPr>
          <a:xfrm>
            <a:off x="9930038" y="710680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95" name="Rechteck 194">
            <a:extLst>
              <a:ext uri="{FF2B5EF4-FFF2-40B4-BE49-F238E27FC236}">
                <a16:creationId xmlns:a16="http://schemas.microsoft.com/office/drawing/2014/main" id="{84CAB854-C6A3-41DE-8FE1-1681219DDAA6}"/>
              </a:ext>
            </a:extLst>
          </p:cNvPr>
          <p:cNvSpPr/>
          <p:nvPr/>
        </p:nvSpPr>
        <p:spPr>
          <a:xfrm>
            <a:off x="9930037" y="960574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326118" y="6257456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91212" y="2854122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323419" y="15754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068020" y="20856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99612" y="3901868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2144970" y="57729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924447" y="55266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4060845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5226848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904680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9074507" y="78297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952895" y="273627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7119563" y="342712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2064348" y="289466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919616" y="327403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46236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 flipH="1">
            <a:off x="9055187" y="2376795"/>
            <a:ext cx="19320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994115" y="178016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606257" y="127186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240049" y="139067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883231" y="145193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623100" y="326554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8049667" y="327403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685130" y="241310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993519" y="241310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272546" y="241310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4037896" y="241310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887319" y="368785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832816" y="346343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4076369" y="257469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399986" y="257469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53914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5042654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546161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8049667" y="412812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</p:spTree>
    <p:extLst>
      <p:ext uri="{BB962C8B-B14F-4D97-AF65-F5344CB8AC3E}">
        <p14:creationId xmlns:p14="http://schemas.microsoft.com/office/powerpoint/2010/main" val="4015404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6570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3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>
                <a:solidFill>
                  <a:srgbClr val="005C5F"/>
                </a:solidFill>
                <a:latin typeface="Consolas" panose="020B0609020204030204" pitchFamily="49" charset="0"/>
              </a:rPr>
              <a:t>2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4945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2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3 (TX)</a:t>
            </a:r>
          </a:p>
        </p:txBody>
      </p:sp>
    </p:spTree>
    <p:extLst>
      <p:ext uri="{BB962C8B-B14F-4D97-AF65-F5344CB8AC3E}">
        <p14:creationId xmlns:p14="http://schemas.microsoft.com/office/powerpoint/2010/main" val="3636548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99E22CA-A0C7-456F-A8E1-618D1343A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328" y="697223"/>
            <a:ext cx="6820872" cy="546355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962363D-674D-41F4-88CB-20E6D932F6FA}"/>
              </a:ext>
            </a:extLst>
          </p:cNvPr>
          <p:cNvSpPr txBox="1"/>
          <p:nvPr/>
        </p:nvSpPr>
        <p:spPr>
          <a:xfrm>
            <a:off x="3945467" y="230201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hier : SoftwareSerial playerSerial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(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10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,</a:t>
            </a:r>
            <a:r>
              <a:rPr lang="de-DE" sz="1400" b="0" i="0">
                <a:solidFill>
                  <a:srgbClr val="007F7F"/>
                </a:solidFill>
                <a:effectLst/>
                <a:latin typeface="Source Code Pro" panose="020B0604020202020204" pitchFamily="49" charset="0"/>
              </a:rPr>
              <a:t>11</a:t>
            </a:r>
            <a:r>
              <a:rPr lang="de-DE" sz="1400" b="0" i="0">
                <a:solidFill>
                  <a:srgbClr val="12217C"/>
                </a:solidFill>
                <a:effectLst/>
                <a:latin typeface="Source Code Pro" panose="020B0604020202020204" pitchFamily="49" charset="0"/>
              </a:rPr>
              <a:t>)</a:t>
            </a:r>
            <a:r>
              <a:rPr lang="de-DE" sz="1400" b="0" i="0">
                <a:solidFill>
                  <a:srgbClr val="000000"/>
                </a:solidFill>
                <a:effectLst/>
                <a:latin typeface="Source Code Pro" panose="020B0604020202020204" pitchFamily="49" charset="0"/>
              </a:rPr>
              <a:t>; </a:t>
            </a:r>
            <a:r>
              <a:rPr lang="de-DE" sz="1400" b="0" i="0">
                <a:solidFill>
                  <a:srgbClr val="086B08"/>
                </a:solidFill>
                <a:effectLst/>
                <a:latin typeface="Source Code Pro" panose="020B0604020202020204" pitchFamily="49" charset="0"/>
              </a:rPr>
              <a:t>// RX, TX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2314298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80336A-2C14-4FEC-85A0-9D5B6CDF6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1256809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460303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2754522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1679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518714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0315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528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182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1548</Words>
  <Application>Microsoft Office PowerPoint</Application>
  <PresentationFormat>Breitbild</PresentationFormat>
  <Paragraphs>428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Arial</vt:lpstr>
      <vt:lpstr>Calibri</vt:lpstr>
      <vt:lpstr>Consolas</vt:lpstr>
      <vt:lpstr>Henny Penny</vt:lpstr>
      <vt:lpstr>Milkyway DEMO</vt:lpstr>
      <vt:lpstr>Source Code Pro</vt:lpstr>
      <vt:lpstr>Office</vt:lpstr>
      <vt:lpstr>Activity Board</vt:lpstr>
      <vt:lpstr>Activity Board Übersicht</vt:lpstr>
      <vt:lpstr>Verbindung Master mit Gadgets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 Supply Board</vt:lpstr>
      <vt:lpstr>Power Board Panel Laser Template Controls</vt:lpstr>
      <vt:lpstr>Power Board Panel Laser Template Labels</vt:lpstr>
      <vt:lpstr>Power Board Panel Laser Template Frame</vt:lpstr>
      <vt:lpstr>Lingo Bingo</vt:lpstr>
      <vt:lpstr>Lingo Bingo Controls</vt:lpstr>
      <vt:lpstr>Lingo Bingo Frame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235</cp:revision>
  <dcterms:created xsi:type="dcterms:W3CDTF">2026-09-05T16:43:31Z</dcterms:created>
  <dcterms:modified xsi:type="dcterms:W3CDTF">2026-09-18T16:43:56Z</dcterms:modified>
</cp:coreProperties>
</file>